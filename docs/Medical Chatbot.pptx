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57" r:id="rId3"/>
    <p:sldId id="262" r:id="rId4"/>
    <p:sldId id="263" r:id="rId5"/>
    <p:sldId id="278" r:id="rId6"/>
    <p:sldId id="281" r:id="rId7"/>
    <p:sldId id="279" r:id="rId8"/>
    <p:sldId id="277" r:id="rId9"/>
    <p:sldId id="280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00503000000020004" pitchFamily="2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Lato Light" panose="020F0502020204030203" pitchFamily="34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6779BA-20BB-4813-A0CB-57015EB71BFB}">
  <a:tblStyle styleId="{4E6779BA-20BB-4813-A0CB-57015EB71B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8B1EB91-987C-4D72-BB76-E49D15DE61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0"/>
  </p:normalViewPr>
  <p:slideViewPr>
    <p:cSldViewPr snapToGrid="0">
      <p:cViewPr varScale="1">
        <p:scale>
          <a:sx n="145" d="100"/>
          <a:sy n="14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999e6bb88f_5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999e6bb88f_5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ab3017844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ab3017844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125d80b41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125d80b41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ab3017844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ab3017844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695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ab3017844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ab3017844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3261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9ab3017844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9ab3017844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78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99837b8a1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99837b8a1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99837b8a1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99837b8a1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78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1" name="Google Shape;11;p2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" name="Google Shape;13;p2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15100" y="1573375"/>
            <a:ext cx="4300800" cy="14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849300" y="3249125"/>
            <a:ext cx="4100100" cy="367800"/>
          </a:xfrm>
          <a:prstGeom prst="rect">
            <a:avLst/>
          </a:prstGeom>
          <a:solidFill>
            <a:schemeClr val="dk2"/>
          </a:solidFill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2" name="Google Shape;32;p4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3" name="Google Shape;33;p4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5" name="Google Shape;35;p4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6" name="Google Shape;36;p4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92" name="Google Shape;92;p8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93" name="Google Shape;93;p8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5" name="Google Shape;95;p8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96" name="Google Shape;96;p8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8" name="Google Shape;98;p8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715100" y="1307100"/>
            <a:ext cx="4987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00" name="Google Shape;100;p8"/>
          <p:cNvGrpSpPr/>
          <p:nvPr/>
        </p:nvGrpSpPr>
        <p:grpSpPr>
          <a:xfrm>
            <a:off x="6866163" y="2116831"/>
            <a:ext cx="1467536" cy="1659770"/>
            <a:chOff x="6866163" y="2116831"/>
            <a:chExt cx="1467536" cy="1659770"/>
          </a:xfrm>
        </p:grpSpPr>
        <p:sp>
          <p:nvSpPr>
            <p:cNvPr id="101" name="Google Shape;101;p8"/>
            <p:cNvSpPr/>
            <p:nvPr/>
          </p:nvSpPr>
          <p:spPr>
            <a:xfrm>
              <a:off x="7019556" y="2460219"/>
              <a:ext cx="1314143" cy="13163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7148588" y="2590812"/>
              <a:ext cx="1053255" cy="1055121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7578365" y="2988661"/>
              <a:ext cx="194080" cy="981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7665549" y="2172089"/>
              <a:ext cx="22021" cy="1888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7627482" y="2116831"/>
              <a:ext cx="95920" cy="981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7595556" y="2340315"/>
              <a:ext cx="159631" cy="87183"/>
            </a:xfrm>
            <a:custGeom>
              <a:avLst/>
              <a:gdLst/>
              <a:ahLst/>
              <a:cxnLst/>
              <a:rect l="l" t="t" r="r" b="b"/>
              <a:pathLst>
                <a:path w="55" h="30" extrusionOk="0">
                  <a:moveTo>
                    <a:pt x="55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5" y="0"/>
                    <a:pt x="1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5" y="5"/>
                    <a:pt x="55" y="10"/>
                  </a:cubicBezTo>
                  <a:lnTo>
                    <a:pt x="55" y="3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7249279" y="2587129"/>
              <a:ext cx="82272" cy="238218"/>
            </a:xfrm>
            <a:custGeom>
              <a:avLst/>
              <a:gdLst/>
              <a:ahLst/>
              <a:cxnLst/>
              <a:rect l="l" t="t" r="r" b="b"/>
              <a:pathLst>
                <a:path w="28" h="82" extrusionOk="0">
                  <a:moveTo>
                    <a:pt x="28" y="82"/>
                  </a:moveTo>
                  <a:cubicBezTo>
                    <a:pt x="11" y="82"/>
                    <a:pt x="11" y="82"/>
                    <a:pt x="11" y="82"/>
                  </a:cubicBezTo>
                  <a:cubicBezTo>
                    <a:pt x="5" y="82"/>
                    <a:pt x="0" y="77"/>
                    <a:pt x="0" y="7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28" y="8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8019194" y="2587129"/>
              <a:ext cx="81044" cy="238218"/>
            </a:xfrm>
            <a:custGeom>
              <a:avLst/>
              <a:gdLst/>
              <a:ahLst/>
              <a:cxnLst/>
              <a:rect l="l" t="t" r="r" b="b"/>
              <a:pathLst>
                <a:path w="28" h="82" extrusionOk="0">
                  <a:moveTo>
                    <a:pt x="17" y="82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3" y="0"/>
                    <a:pt x="28" y="5"/>
                    <a:pt x="28" y="11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7"/>
                    <a:pt x="23" y="82"/>
                    <a:pt x="17" y="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7331551" y="2425042"/>
              <a:ext cx="690099" cy="572215"/>
            </a:xfrm>
            <a:custGeom>
              <a:avLst/>
              <a:gdLst/>
              <a:ahLst/>
              <a:cxnLst/>
              <a:rect l="l" t="t" r="r" b="b"/>
              <a:pathLst>
                <a:path w="238" h="197" extrusionOk="0">
                  <a:moveTo>
                    <a:pt x="209" y="197"/>
                  </a:moveTo>
                  <a:cubicBezTo>
                    <a:pt x="29" y="197"/>
                    <a:pt x="29" y="197"/>
                    <a:pt x="29" y="197"/>
                  </a:cubicBezTo>
                  <a:cubicBezTo>
                    <a:pt x="13" y="197"/>
                    <a:pt x="0" y="184"/>
                    <a:pt x="0" y="16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209" y="0"/>
                    <a:pt x="209" y="0"/>
                    <a:pt x="209" y="0"/>
                  </a:cubicBezTo>
                  <a:cubicBezTo>
                    <a:pt x="225" y="0"/>
                    <a:pt x="238" y="13"/>
                    <a:pt x="238" y="29"/>
                  </a:cubicBezTo>
                  <a:cubicBezTo>
                    <a:pt x="238" y="168"/>
                    <a:pt x="238" y="168"/>
                    <a:pt x="238" y="168"/>
                  </a:cubicBezTo>
                  <a:cubicBezTo>
                    <a:pt x="238" y="184"/>
                    <a:pt x="225" y="197"/>
                    <a:pt x="209" y="19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7525564" y="2550291"/>
              <a:ext cx="61397" cy="127705"/>
            </a:xfrm>
            <a:custGeom>
              <a:avLst/>
              <a:gdLst/>
              <a:ahLst/>
              <a:cxnLst/>
              <a:rect l="l" t="t" r="r" b="b"/>
              <a:pathLst>
                <a:path w="21" h="44" extrusionOk="0">
                  <a:moveTo>
                    <a:pt x="13" y="44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0"/>
                    <a:pt x="0" y="3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7" y="0"/>
                    <a:pt x="21" y="4"/>
                    <a:pt x="21" y="9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40"/>
                    <a:pt x="17" y="44"/>
                    <a:pt x="13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7763784" y="2550291"/>
              <a:ext cx="61397" cy="127705"/>
            </a:xfrm>
            <a:custGeom>
              <a:avLst/>
              <a:gdLst/>
              <a:ahLst/>
              <a:cxnLst/>
              <a:rect l="l" t="t" r="r" b="b"/>
              <a:pathLst>
                <a:path w="21" h="44" extrusionOk="0">
                  <a:moveTo>
                    <a:pt x="13" y="44"/>
                  </a:moveTo>
                  <a:cubicBezTo>
                    <a:pt x="9" y="44"/>
                    <a:pt x="9" y="44"/>
                    <a:pt x="9" y="44"/>
                  </a:cubicBezTo>
                  <a:cubicBezTo>
                    <a:pt x="4" y="44"/>
                    <a:pt x="0" y="40"/>
                    <a:pt x="0" y="3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8" y="0"/>
                    <a:pt x="21" y="4"/>
                    <a:pt x="21" y="9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40"/>
                    <a:pt x="18" y="44"/>
                    <a:pt x="13" y="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438381" y="2773774"/>
              <a:ext cx="473983" cy="147352"/>
            </a:xfrm>
            <a:custGeom>
              <a:avLst/>
              <a:gdLst/>
              <a:ahLst/>
              <a:cxnLst/>
              <a:rect l="l" t="t" r="r" b="b"/>
              <a:pathLst>
                <a:path w="163" h="51" extrusionOk="0">
                  <a:moveTo>
                    <a:pt x="163" y="0"/>
                  </a:moveTo>
                  <a:cubicBezTo>
                    <a:pt x="148" y="30"/>
                    <a:pt x="117" y="51"/>
                    <a:pt x="82" y="51"/>
                  </a:cubicBezTo>
                  <a:cubicBezTo>
                    <a:pt x="46" y="51"/>
                    <a:pt x="15" y="30"/>
                    <a:pt x="0" y="1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866163" y="2517136"/>
              <a:ext cx="493629" cy="752722"/>
            </a:xfrm>
            <a:custGeom>
              <a:avLst/>
              <a:gdLst/>
              <a:ahLst/>
              <a:cxnLst/>
              <a:rect l="l" t="t" r="r" b="b"/>
              <a:pathLst>
                <a:path w="170" h="259" extrusionOk="0">
                  <a:moveTo>
                    <a:pt x="163" y="259"/>
                  </a:moveTo>
                  <a:cubicBezTo>
                    <a:pt x="108" y="259"/>
                    <a:pt x="56" y="224"/>
                    <a:pt x="29" y="170"/>
                  </a:cubicBezTo>
                  <a:cubicBezTo>
                    <a:pt x="0" y="112"/>
                    <a:pt x="8" y="49"/>
                    <a:pt x="48" y="0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33" y="57"/>
                    <a:pt x="27" y="110"/>
                    <a:pt x="51" y="159"/>
                  </a:cubicBezTo>
                  <a:cubicBezTo>
                    <a:pt x="75" y="207"/>
                    <a:pt x="121" y="236"/>
                    <a:pt x="169" y="234"/>
                  </a:cubicBezTo>
                  <a:cubicBezTo>
                    <a:pt x="170" y="258"/>
                    <a:pt x="170" y="258"/>
                    <a:pt x="170" y="258"/>
                  </a:cubicBezTo>
                  <a:cubicBezTo>
                    <a:pt x="168" y="258"/>
                    <a:pt x="165" y="259"/>
                    <a:pt x="163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988957" y="2334175"/>
              <a:ext cx="243131" cy="235762"/>
            </a:xfrm>
            <a:custGeom>
              <a:avLst/>
              <a:gdLst/>
              <a:ahLst/>
              <a:cxnLst/>
              <a:rect l="l" t="t" r="r" b="b"/>
              <a:pathLst>
                <a:path w="84" h="81" extrusionOk="0">
                  <a:moveTo>
                    <a:pt x="23" y="69"/>
                  </a:moveTo>
                  <a:cubicBezTo>
                    <a:pt x="4" y="57"/>
                    <a:pt x="0" y="33"/>
                    <a:pt x="12" y="14"/>
                  </a:cubicBezTo>
                  <a:cubicBezTo>
                    <a:pt x="16" y="8"/>
                    <a:pt x="23" y="2"/>
                    <a:pt x="30" y="0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5" y="22"/>
                    <a:pt x="33" y="24"/>
                    <a:pt x="31" y="27"/>
                  </a:cubicBezTo>
                  <a:cubicBezTo>
                    <a:pt x="26" y="35"/>
                    <a:pt x="28" y="45"/>
                    <a:pt x="35" y="50"/>
                  </a:cubicBezTo>
                  <a:cubicBezTo>
                    <a:pt x="43" y="55"/>
                    <a:pt x="53" y="53"/>
                    <a:pt x="58" y="45"/>
                  </a:cubicBezTo>
                  <a:cubicBezTo>
                    <a:pt x="60" y="42"/>
                    <a:pt x="61" y="39"/>
                    <a:pt x="61" y="35"/>
                  </a:cubicBezTo>
                  <a:cubicBezTo>
                    <a:pt x="84" y="34"/>
                    <a:pt x="84" y="34"/>
                    <a:pt x="84" y="34"/>
                  </a:cubicBezTo>
                  <a:cubicBezTo>
                    <a:pt x="84" y="43"/>
                    <a:pt x="82" y="51"/>
                    <a:pt x="77" y="58"/>
                  </a:cubicBezTo>
                  <a:cubicBezTo>
                    <a:pt x="65" y="76"/>
                    <a:pt x="41" y="81"/>
                    <a:pt x="23" y="6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6991412" y="2497490"/>
              <a:ext cx="87184" cy="84728"/>
            </a:xfrm>
            <a:custGeom>
              <a:avLst/>
              <a:gdLst/>
              <a:ahLst/>
              <a:cxnLst/>
              <a:rect l="l" t="t" r="r" b="b"/>
              <a:pathLst>
                <a:path w="30" h="29" extrusionOk="0">
                  <a:moveTo>
                    <a:pt x="19" y="28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0" y="12"/>
                    <a:pt x="0" y="9"/>
                    <a:pt x="1" y="7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30" y="18"/>
                    <a:pt x="30" y="20"/>
                    <a:pt x="29" y="22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3" y="29"/>
                    <a:pt x="21" y="29"/>
                    <a:pt x="19" y="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7353653" y="3159344"/>
              <a:ext cx="84728" cy="142440"/>
            </a:xfrm>
            <a:custGeom>
              <a:avLst/>
              <a:gdLst/>
              <a:ahLst/>
              <a:cxnLst/>
              <a:rect l="l" t="t" r="r" b="b"/>
              <a:pathLst>
                <a:path w="29" h="49" extrusionOk="0">
                  <a:moveTo>
                    <a:pt x="29" y="49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3" y="49"/>
                    <a:pt x="0" y="46"/>
                    <a:pt x="0" y="41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29" y="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7972532" y="3186359"/>
              <a:ext cx="214889" cy="133845"/>
            </a:xfrm>
            <a:custGeom>
              <a:avLst/>
              <a:gdLst/>
              <a:ahLst/>
              <a:cxnLst/>
              <a:rect l="l" t="t" r="r" b="b"/>
              <a:pathLst>
                <a:path w="74" h="46" extrusionOk="0">
                  <a:moveTo>
                    <a:pt x="0" y="6"/>
                  </a:moveTo>
                  <a:cubicBezTo>
                    <a:pt x="6" y="30"/>
                    <a:pt x="6" y="30"/>
                    <a:pt x="6" y="30"/>
                  </a:cubicBezTo>
                  <a:cubicBezTo>
                    <a:pt x="27" y="25"/>
                    <a:pt x="50" y="31"/>
                    <a:pt x="65" y="46"/>
                  </a:cubicBezTo>
                  <a:cubicBezTo>
                    <a:pt x="69" y="38"/>
                    <a:pt x="72" y="30"/>
                    <a:pt x="74" y="21"/>
                  </a:cubicBezTo>
                  <a:cubicBezTo>
                    <a:pt x="53" y="6"/>
                    <a:pt x="25" y="0"/>
                    <a:pt x="0" y="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7914819" y="3159344"/>
              <a:ext cx="81044" cy="142440"/>
            </a:xfrm>
            <a:custGeom>
              <a:avLst/>
              <a:gdLst/>
              <a:ahLst/>
              <a:cxnLst/>
              <a:rect l="l" t="t" r="r" b="b"/>
              <a:pathLst>
                <a:path w="28" h="49" extrusionOk="0">
                  <a:moveTo>
                    <a:pt x="0" y="49"/>
                  </a:moveTo>
                  <a:cubicBezTo>
                    <a:pt x="21" y="49"/>
                    <a:pt x="21" y="49"/>
                    <a:pt x="21" y="49"/>
                  </a:cubicBezTo>
                  <a:cubicBezTo>
                    <a:pt x="25" y="49"/>
                    <a:pt x="28" y="46"/>
                    <a:pt x="28" y="41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4"/>
                    <a:pt x="25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7412594" y="3063566"/>
              <a:ext cx="525556" cy="582038"/>
            </a:xfrm>
            <a:custGeom>
              <a:avLst/>
              <a:gdLst/>
              <a:ahLst/>
              <a:cxnLst/>
              <a:rect l="l" t="t" r="r" b="b"/>
              <a:pathLst>
                <a:path w="181" h="200" extrusionOk="0">
                  <a:moveTo>
                    <a:pt x="16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7" y="192"/>
                    <a:pt x="58" y="200"/>
                    <a:pt x="91" y="200"/>
                  </a:cubicBezTo>
                  <a:cubicBezTo>
                    <a:pt x="124" y="200"/>
                    <a:pt x="155" y="192"/>
                    <a:pt x="181" y="176"/>
                  </a:cubicBezTo>
                  <a:cubicBezTo>
                    <a:pt x="181" y="17"/>
                    <a:pt x="181" y="17"/>
                    <a:pt x="181" y="17"/>
                  </a:cubicBezTo>
                  <a:cubicBezTo>
                    <a:pt x="181" y="8"/>
                    <a:pt x="174" y="0"/>
                    <a:pt x="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7502233" y="3150748"/>
              <a:ext cx="345050" cy="494856"/>
            </a:xfrm>
            <a:custGeom>
              <a:avLst/>
              <a:gdLst/>
              <a:ahLst/>
              <a:cxnLst/>
              <a:rect l="l" t="t" r="r" b="b"/>
              <a:pathLst>
                <a:path w="119" h="170" extrusionOk="0">
                  <a:moveTo>
                    <a:pt x="10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19" y="167"/>
                    <a:pt x="39" y="170"/>
                    <a:pt x="60" y="170"/>
                  </a:cubicBezTo>
                  <a:cubicBezTo>
                    <a:pt x="81" y="170"/>
                    <a:pt x="101" y="167"/>
                    <a:pt x="119" y="160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19" y="6"/>
                    <a:pt x="113" y="0"/>
                    <a:pt x="1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7740452" y="3206005"/>
              <a:ext cx="40682" cy="2272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7647129" y="3203550"/>
              <a:ext cx="46654" cy="429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7647129" y="3275997"/>
              <a:ext cx="46654" cy="15713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7568542" y="3206005"/>
              <a:ext cx="35457" cy="1373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7568542" y="3371776"/>
              <a:ext cx="35457" cy="615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7568542" y="3465098"/>
              <a:ext cx="212368" cy="4292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7572226" y="3543686"/>
              <a:ext cx="209009" cy="466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8"/>
          <p:cNvGrpSpPr/>
          <p:nvPr/>
        </p:nvGrpSpPr>
        <p:grpSpPr>
          <a:xfrm>
            <a:off x="5944556" y="1378331"/>
            <a:ext cx="1270410" cy="863625"/>
            <a:chOff x="1227909" y="519121"/>
            <a:chExt cx="1584250" cy="1076973"/>
          </a:xfrm>
        </p:grpSpPr>
        <p:sp>
          <p:nvSpPr>
            <p:cNvPr id="129" name="Google Shape;129;p8"/>
            <p:cNvSpPr/>
            <p:nvPr/>
          </p:nvSpPr>
          <p:spPr>
            <a:xfrm>
              <a:off x="1227909" y="519121"/>
              <a:ext cx="1584250" cy="1076973"/>
            </a:xfrm>
            <a:custGeom>
              <a:avLst/>
              <a:gdLst/>
              <a:ahLst/>
              <a:cxnLst/>
              <a:rect l="l" t="t" r="r" b="b"/>
              <a:pathLst>
                <a:path w="601" h="408" extrusionOk="0">
                  <a:moveTo>
                    <a:pt x="547" y="0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24" y="0"/>
                    <a:pt x="0" y="25"/>
                    <a:pt x="0" y="55"/>
                  </a:cubicBezTo>
                  <a:cubicBezTo>
                    <a:pt x="0" y="285"/>
                    <a:pt x="0" y="285"/>
                    <a:pt x="0" y="285"/>
                  </a:cubicBezTo>
                  <a:cubicBezTo>
                    <a:pt x="0" y="315"/>
                    <a:pt x="24" y="339"/>
                    <a:pt x="55" y="339"/>
                  </a:cubicBezTo>
                  <a:cubicBezTo>
                    <a:pt x="508" y="339"/>
                    <a:pt x="508" y="339"/>
                    <a:pt x="508" y="339"/>
                  </a:cubicBezTo>
                  <a:cubicBezTo>
                    <a:pt x="564" y="394"/>
                    <a:pt x="564" y="394"/>
                    <a:pt x="564" y="394"/>
                  </a:cubicBezTo>
                  <a:cubicBezTo>
                    <a:pt x="577" y="408"/>
                    <a:pt x="601" y="399"/>
                    <a:pt x="601" y="379"/>
                  </a:cubicBezTo>
                  <a:cubicBezTo>
                    <a:pt x="601" y="285"/>
                    <a:pt x="601" y="285"/>
                    <a:pt x="601" y="285"/>
                  </a:cubicBezTo>
                  <a:cubicBezTo>
                    <a:pt x="601" y="189"/>
                    <a:pt x="601" y="189"/>
                    <a:pt x="601" y="189"/>
                  </a:cubicBezTo>
                  <a:cubicBezTo>
                    <a:pt x="601" y="55"/>
                    <a:pt x="601" y="55"/>
                    <a:pt x="601" y="55"/>
                  </a:cubicBezTo>
                  <a:cubicBezTo>
                    <a:pt x="601" y="25"/>
                    <a:pt x="577" y="0"/>
                    <a:pt x="5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1411722" y="835588"/>
              <a:ext cx="1216601" cy="297517"/>
              <a:chOff x="4942131" y="1560511"/>
              <a:chExt cx="867947" cy="21227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4942131" y="1560511"/>
                <a:ext cx="867947" cy="23586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942131" y="1652494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4942131" y="1746837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9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136" name="Google Shape;136;p9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137" name="Google Shape;137;p9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9" name="Google Shape;139;p9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5" name="Google Shape;145;p9"/>
          <p:cNvGrpSpPr/>
          <p:nvPr/>
        </p:nvGrpSpPr>
        <p:grpSpPr>
          <a:xfrm>
            <a:off x="1034636" y="642332"/>
            <a:ext cx="1874069" cy="605026"/>
            <a:chOff x="5920514" y="3046552"/>
            <a:chExt cx="2337911" cy="754773"/>
          </a:xfrm>
        </p:grpSpPr>
        <p:sp>
          <p:nvSpPr>
            <p:cNvPr id="146" name="Google Shape;146;p9"/>
            <p:cNvSpPr/>
            <p:nvPr/>
          </p:nvSpPr>
          <p:spPr>
            <a:xfrm>
              <a:off x="5920514" y="3231622"/>
              <a:ext cx="2150611" cy="569703"/>
            </a:xfrm>
            <a:custGeom>
              <a:avLst/>
              <a:gdLst/>
              <a:ahLst/>
              <a:cxnLst/>
              <a:rect l="l" t="t" r="r" b="b"/>
              <a:pathLst>
                <a:path w="816" h="216" extrusionOk="0">
                  <a:moveTo>
                    <a:pt x="747" y="0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77" y="0"/>
                    <a:pt x="50" y="27"/>
                    <a:pt x="50" y="60"/>
                  </a:cubicBezTo>
                  <a:cubicBezTo>
                    <a:pt x="50" y="156"/>
                    <a:pt x="50" y="156"/>
                    <a:pt x="50" y="156"/>
                  </a:cubicBezTo>
                  <a:cubicBezTo>
                    <a:pt x="50" y="160"/>
                    <a:pt x="51" y="163"/>
                    <a:pt x="51" y="166"/>
                  </a:cubicBezTo>
                  <a:cubicBezTo>
                    <a:pt x="6" y="203"/>
                    <a:pt x="6" y="203"/>
                    <a:pt x="6" y="203"/>
                  </a:cubicBezTo>
                  <a:cubicBezTo>
                    <a:pt x="0" y="207"/>
                    <a:pt x="3" y="216"/>
                    <a:pt x="10" y="216"/>
                  </a:cubicBezTo>
                  <a:cubicBezTo>
                    <a:pt x="110" y="216"/>
                    <a:pt x="110" y="216"/>
                    <a:pt x="110" y="216"/>
                  </a:cubicBezTo>
                  <a:cubicBezTo>
                    <a:pt x="139" y="216"/>
                    <a:pt x="139" y="216"/>
                    <a:pt x="139" y="216"/>
                  </a:cubicBezTo>
                  <a:cubicBezTo>
                    <a:pt x="747" y="216"/>
                    <a:pt x="747" y="216"/>
                    <a:pt x="747" y="216"/>
                  </a:cubicBezTo>
                  <a:cubicBezTo>
                    <a:pt x="785" y="216"/>
                    <a:pt x="816" y="185"/>
                    <a:pt x="816" y="147"/>
                  </a:cubicBezTo>
                  <a:cubicBezTo>
                    <a:pt x="816" y="70"/>
                    <a:pt x="816" y="70"/>
                    <a:pt x="816" y="70"/>
                  </a:cubicBezTo>
                  <a:cubicBezTo>
                    <a:pt x="816" y="31"/>
                    <a:pt x="785" y="0"/>
                    <a:pt x="7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7966325" y="3046552"/>
              <a:ext cx="34562" cy="150509"/>
            </a:xfrm>
            <a:custGeom>
              <a:avLst/>
              <a:gdLst/>
              <a:ahLst/>
              <a:cxnLst/>
              <a:rect l="l" t="t" r="r" b="b"/>
              <a:pathLst>
                <a:path w="13" h="57" extrusionOk="0">
                  <a:moveTo>
                    <a:pt x="7" y="57"/>
                  </a:moveTo>
                  <a:cubicBezTo>
                    <a:pt x="3" y="57"/>
                    <a:pt x="0" y="54"/>
                    <a:pt x="0" y="5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4"/>
                    <a:pt x="10" y="57"/>
                    <a:pt x="7" y="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8087847" y="3125709"/>
              <a:ext cx="108144" cy="111488"/>
            </a:xfrm>
            <a:custGeom>
              <a:avLst/>
              <a:gdLst/>
              <a:ahLst/>
              <a:cxnLst/>
              <a:rect l="l" t="t" r="r" b="b"/>
              <a:pathLst>
                <a:path w="41" h="42" extrusionOk="0">
                  <a:moveTo>
                    <a:pt x="7" y="42"/>
                  </a:moveTo>
                  <a:cubicBezTo>
                    <a:pt x="5" y="42"/>
                    <a:pt x="3" y="42"/>
                    <a:pt x="2" y="41"/>
                  </a:cubicBezTo>
                  <a:cubicBezTo>
                    <a:pt x="0" y="38"/>
                    <a:pt x="0" y="34"/>
                    <a:pt x="2" y="3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2" y="0"/>
                    <a:pt x="36" y="0"/>
                    <a:pt x="39" y="3"/>
                  </a:cubicBezTo>
                  <a:cubicBezTo>
                    <a:pt x="41" y="5"/>
                    <a:pt x="41" y="9"/>
                    <a:pt x="39" y="12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0" y="42"/>
                    <a:pt x="8" y="42"/>
                    <a:pt x="7" y="4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8124638" y="3331962"/>
              <a:ext cx="133786" cy="33446"/>
            </a:xfrm>
            <a:custGeom>
              <a:avLst/>
              <a:gdLst/>
              <a:ahLst/>
              <a:cxnLst/>
              <a:rect l="l" t="t" r="r" b="b"/>
              <a:pathLst>
                <a:path w="51" h="13" extrusionOk="0">
                  <a:moveTo>
                    <a:pt x="44" y="13"/>
                  </a:moveTo>
                  <a:cubicBezTo>
                    <a:pt x="6" y="13"/>
                    <a:pt x="6" y="13"/>
                    <a:pt x="6" y="13"/>
                  </a:cubicBezTo>
                  <a:cubicBezTo>
                    <a:pt x="3" y="13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8" y="0"/>
                    <a:pt x="51" y="3"/>
                    <a:pt x="51" y="7"/>
                  </a:cubicBezTo>
                  <a:cubicBezTo>
                    <a:pt x="51" y="10"/>
                    <a:pt x="48" y="13"/>
                    <a:pt x="44" y="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6273932" y="3355374"/>
              <a:ext cx="1570871" cy="28987"/>
            </a:xfrm>
            <a:custGeom>
              <a:avLst/>
              <a:gdLst/>
              <a:ahLst/>
              <a:cxnLst/>
              <a:rect l="l" t="t" r="r" b="b"/>
              <a:pathLst>
                <a:path w="596" h="11" extrusionOk="0">
                  <a:moveTo>
                    <a:pt x="590" y="0"/>
                  </a:moveTo>
                  <a:cubicBezTo>
                    <a:pt x="473" y="0"/>
                    <a:pt x="473" y="0"/>
                    <a:pt x="473" y="0"/>
                  </a:cubicBezTo>
                  <a:cubicBezTo>
                    <a:pt x="458" y="0"/>
                    <a:pt x="458" y="0"/>
                    <a:pt x="45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458" y="11"/>
                    <a:pt x="458" y="11"/>
                    <a:pt x="458" y="11"/>
                  </a:cubicBezTo>
                  <a:cubicBezTo>
                    <a:pt x="473" y="11"/>
                    <a:pt x="473" y="11"/>
                    <a:pt x="473" y="11"/>
                  </a:cubicBezTo>
                  <a:cubicBezTo>
                    <a:pt x="590" y="11"/>
                    <a:pt x="590" y="11"/>
                    <a:pt x="590" y="11"/>
                  </a:cubicBezTo>
                  <a:cubicBezTo>
                    <a:pt x="594" y="11"/>
                    <a:pt x="596" y="9"/>
                    <a:pt x="596" y="5"/>
                  </a:cubicBezTo>
                  <a:cubicBezTo>
                    <a:pt x="596" y="2"/>
                    <a:pt x="594" y="0"/>
                    <a:pt x="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6273932" y="3490274"/>
              <a:ext cx="1570871" cy="28987"/>
            </a:xfrm>
            <a:custGeom>
              <a:avLst/>
              <a:gdLst/>
              <a:ahLst/>
              <a:cxnLst/>
              <a:rect l="l" t="t" r="r" b="b"/>
              <a:pathLst>
                <a:path w="596" h="11" extrusionOk="0">
                  <a:moveTo>
                    <a:pt x="590" y="0"/>
                  </a:moveTo>
                  <a:cubicBezTo>
                    <a:pt x="462" y="0"/>
                    <a:pt x="462" y="0"/>
                    <a:pt x="462" y="0"/>
                  </a:cubicBezTo>
                  <a:cubicBezTo>
                    <a:pt x="458" y="0"/>
                    <a:pt x="458" y="0"/>
                    <a:pt x="45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1"/>
                    <a:pt x="6" y="11"/>
                  </a:cubicBezTo>
                  <a:cubicBezTo>
                    <a:pt x="458" y="11"/>
                    <a:pt x="458" y="11"/>
                    <a:pt x="458" y="11"/>
                  </a:cubicBezTo>
                  <a:cubicBezTo>
                    <a:pt x="462" y="11"/>
                    <a:pt x="462" y="11"/>
                    <a:pt x="462" y="11"/>
                  </a:cubicBezTo>
                  <a:cubicBezTo>
                    <a:pt x="590" y="11"/>
                    <a:pt x="590" y="11"/>
                    <a:pt x="590" y="11"/>
                  </a:cubicBezTo>
                  <a:cubicBezTo>
                    <a:pt x="594" y="11"/>
                    <a:pt x="596" y="8"/>
                    <a:pt x="596" y="5"/>
                  </a:cubicBezTo>
                  <a:cubicBezTo>
                    <a:pt x="596" y="2"/>
                    <a:pt x="594" y="0"/>
                    <a:pt x="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6273932" y="3621830"/>
              <a:ext cx="1093701" cy="31217"/>
            </a:xfrm>
            <a:custGeom>
              <a:avLst/>
              <a:gdLst/>
              <a:ahLst/>
              <a:cxnLst/>
              <a:rect l="l" t="t" r="r" b="b"/>
              <a:pathLst>
                <a:path w="415" h="12" extrusionOk="0">
                  <a:moveTo>
                    <a:pt x="410" y="0"/>
                  </a:moveTo>
                  <a:cubicBezTo>
                    <a:pt x="396" y="0"/>
                    <a:pt x="396" y="0"/>
                    <a:pt x="396" y="0"/>
                  </a:cubicBezTo>
                  <a:cubicBezTo>
                    <a:pt x="277" y="0"/>
                    <a:pt x="277" y="0"/>
                    <a:pt x="27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277" y="12"/>
                    <a:pt x="277" y="12"/>
                    <a:pt x="277" y="12"/>
                  </a:cubicBezTo>
                  <a:cubicBezTo>
                    <a:pt x="396" y="12"/>
                    <a:pt x="396" y="12"/>
                    <a:pt x="396" y="12"/>
                  </a:cubicBezTo>
                  <a:cubicBezTo>
                    <a:pt x="410" y="12"/>
                    <a:pt x="410" y="12"/>
                    <a:pt x="410" y="12"/>
                  </a:cubicBezTo>
                  <a:cubicBezTo>
                    <a:pt x="413" y="12"/>
                    <a:pt x="415" y="9"/>
                    <a:pt x="415" y="6"/>
                  </a:cubicBezTo>
                  <a:cubicBezTo>
                    <a:pt x="415" y="3"/>
                    <a:pt x="413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7470201" y="3621830"/>
              <a:ext cx="374601" cy="31217"/>
            </a:xfrm>
            <a:custGeom>
              <a:avLst/>
              <a:gdLst/>
              <a:ahLst/>
              <a:cxnLst/>
              <a:rect l="l" t="t" r="r" b="b"/>
              <a:pathLst>
                <a:path w="142" h="12" extrusionOk="0">
                  <a:moveTo>
                    <a:pt x="137" y="0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2"/>
                    <a:pt x="5" y="12"/>
                  </a:cubicBezTo>
                  <a:cubicBezTo>
                    <a:pt x="123" y="12"/>
                    <a:pt x="123" y="12"/>
                    <a:pt x="123" y="12"/>
                  </a:cubicBezTo>
                  <a:cubicBezTo>
                    <a:pt x="137" y="12"/>
                    <a:pt x="137" y="12"/>
                    <a:pt x="137" y="12"/>
                  </a:cubicBezTo>
                  <a:cubicBezTo>
                    <a:pt x="140" y="12"/>
                    <a:pt x="142" y="9"/>
                    <a:pt x="142" y="6"/>
                  </a:cubicBezTo>
                  <a:cubicBezTo>
                    <a:pt x="142" y="3"/>
                    <a:pt x="140" y="0"/>
                    <a:pt x="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9"/>
          <p:cNvGrpSpPr/>
          <p:nvPr/>
        </p:nvGrpSpPr>
        <p:grpSpPr>
          <a:xfrm>
            <a:off x="615857" y="872472"/>
            <a:ext cx="372601" cy="373357"/>
            <a:chOff x="5471892" y="3290059"/>
            <a:chExt cx="174300" cy="174654"/>
          </a:xfrm>
        </p:grpSpPr>
        <p:sp>
          <p:nvSpPr>
            <p:cNvPr id="155" name="Google Shape;155;p9"/>
            <p:cNvSpPr/>
            <p:nvPr/>
          </p:nvSpPr>
          <p:spPr>
            <a:xfrm>
              <a:off x="5471892" y="3290059"/>
              <a:ext cx="174300" cy="17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529353" y="3333831"/>
              <a:ext cx="58800" cy="57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5522965" y="3396863"/>
              <a:ext cx="71826" cy="67850"/>
            </a:xfrm>
            <a:custGeom>
              <a:avLst/>
              <a:gdLst/>
              <a:ahLst/>
              <a:cxnLst/>
              <a:rect l="l" t="t" r="r" b="b"/>
              <a:pathLst>
                <a:path w="21" h="25" extrusionOk="0">
                  <a:moveTo>
                    <a:pt x="11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" y="24"/>
                    <a:pt x="7" y="25"/>
                    <a:pt x="11" y="25"/>
                  </a:cubicBezTo>
                  <a:cubicBezTo>
                    <a:pt x="15" y="25"/>
                    <a:pt x="18" y="24"/>
                    <a:pt x="21" y="22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7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32" name="Google Shape;232;p17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33" name="Google Shape;233;p17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4" name="Google Shape;234;p17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35" name="Google Shape;235;p17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36" name="Google Shape;236;p17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852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chivo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ato Light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17"/>
          <p:cNvSpPr txBox="1">
            <a:spLocks noGrp="1"/>
          </p:cNvSpPr>
          <p:nvPr>
            <p:ph type="body" idx="2"/>
          </p:nvPr>
        </p:nvSpPr>
        <p:spPr>
          <a:xfrm>
            <a:off x="4570850" y="1152475"/>
            <a:ext cx="3852000" cy="16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1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8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44" name="Google Shape;244;p18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45" name="Google Shape;245;p18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47" name="Google Shape;247;p18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48" name="Google Shape;248;p18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51" name="Google Shape;25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subTitle" idx="1"/>
          </p:nvPr>
        </p:nvSpPr>
        <p:spPr>
          <a:xfrm>
            <a:off x="1671175" y="1090975"/>
            <a:ext cx="46155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2"/>
          </p:nvPr>
        </p:nvSpPr>
        <p:spPr>
          <a:xfrm>
            <a:off x="1671175" y="1509175"/>
            <a:ext cx="46155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3"/>
          </p:nvPr>
        </p:nvSpPr>
        <p:spPr>
          <a:xfrm>
            <a:off x="1671175" y="2721353"/>
            <a:ext cx="46155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8"/>
          <p:cNvSpPr txBox="1">
            <a:spLocks noGrp="1"/>
          </p:cNvSpPr>
          <p:nvPr>
            <p:ph type="subTitle" idx="4"/>
          </p:nvPr>
        </p:nvSpPr>
        <p:spPr>
          <a:xfrm>
            <a:off x="1671175" y="3933500"/>
            <a:ext cx="4615500" cy="6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5"/>
          </p:nvPr>
        </p:nvSpPr>
        <p:spPr>
          <a:xfrm>
            <a:off x="1671180" y="2303138"/>
            <a:ext cx="46155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6"/>
          </p:nvPr>
        </p:nvSpPr>
        <p:spPr>
          <a:xfrm>
            <a:off x="1671182" y="3515300"/>
            <a:ext cx="4615500" cy="41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0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276" name="Google Shape;276;p20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277" name="Google Shape;277;p20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20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79" name="Google Shape;279;p20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280" name="Google Shape;280;p20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283" name="Google Shape;28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0"/>
          <p:cNvSpPr txBox="1">
            <a:spLocks noGrp="1"/>
          </p:cNvSpPr>
          <p:nvPr>
            <p:ph type="subTitle" idx="1"/>
          </p:nvPr>
        </p:nvSpPr>
        <p:spPr>
          <a:xfrm>
            <a:off x="783588" y="1306475"/>
            <a:ext cx="36804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5" name="Google Shape;285;p20"/>
          <p:cNvSpPr txBox="1">
            <a:spLocks noGrp="1"/>
          </p:cNvSpPr>
          <p:nvPr>
            <p:ph type="subTitle" idx="2"/>
          </p:nvPr>
        </p:nvSpPr>
        <p:spPr>
          <a:xfrm>
            <a:off x="783589" y="1832375"/>
            <a:ext cx="36804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0"/>
          <p:cNvSpPr txBox="1">
            <a:spLocks noGrp="1"/>
          </p:cNvSpPr>
          <p:nvPr>
            <p:ph type="subTitle" idx="3"/>
          </p:nvPr>
        </p:nvSpPr>
        <p:spPr>
          <a:xfrm>
            <a:off x="4680010" y="1832375"/>
            <a:ext cx="36804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0"/>
          <p:cNvSpPr txBox="1">
            <a:spLocks noGrp="1"/>
          </p:cNvSpPr>
          <p:nvPr>
            <p:ph type="subTitle" idx="4"/>
          </p:nvPr>
        </p:nvSpPr>
        <p:spPr>
          <a:xfrm>
            <a:off x="783589" y="3580700"/>
            <a:ext cx="36804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0"/>
          <p:cNvSpPr txBox="1">
            <a:spLocks noGrp="1"/>
          </p:cNvSpPr>
          <p:nvPr>
            <p:ph type="subTitle" idx="5"/>
          </p:nvPr>
        </p:nvSpPr>
        <p:spPr>
          <a:xfrm>
            <a:off x="4680010" y="3580700"/>
            <a:ext cx="36804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0"/>
          <p:cNvSpPr txBox="1">
            <a:spLocks noGrp="1"/>
          </p:cNvSpPr>
          <p:nvPr>
            <p:ph type="subTitle" idx="6"/>
          </p:nvPr>
        </p:nvSpPr>
        <p:spPr>
          <a:xfrm>
            <a:off x="783588" y="3054800"/>
            <a:ext cx="36804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20"/>
          <p:cNvSpPr txBox="1">
            <a:spLocks noGrp="1"/>
          </p:cNvSpPr>
          <p:nvPr>
            <p:ph type="subTitle" idx="7"/>
          </p:nvPr>
        </p:nvSpPr>
        <p:spPr>
          <a:xfrm>
            <a:off x="4680007" y="1306475"/>
            <a:ext cx="36804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1" name="Google Shape;291;p20"/>
          <p:cNvSpPr txBox="1">
            <a:spLocks noGrp="1"/>
          </p:cNvSpPr>
          <p:nvPr>
            <p:ph type="subTitle" idx="8"/>
          </p:nvPr>
        </p:nvSpPr>
        <p:spPr>
          <a:xfrm>
            <a:off x="4680007" y="3054800"/>
            <a:ext cx="36804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grpSp>
        <p:nvGrpSpPr>
          <p:cNvPr id="292" name="Google Shape;292;p20"/>
          <p:cNvGrpSpPr/>
          <p:nvPr/>
        </p:nvGrpSpPr>
        <p:grpSpPr>
          <a:xfrm flipH="1">
            <a:off x="8360404" y="656373"/>
            <a:ext cx="395946" cy="723077"/>
            <a:chOff x="8421918" y="1089498"/>
            <a:chExt cx="395946" cy="723077"/>
          </a:xfrm>
        </p:grpSpPr>
        <p:grpSp>
          <p:nvGrpSpPr>
            <p:cNvPr id="293" name="Google Shape;293;p20"/>
            <p:cNvGrpSpPr/>
            <p:nvPr/>
          </p:nvGrpSpPr>
          <p:grpSpPr>
            <a:xfrm>
              <a:off x="8445669" y="1439387"/>
              <a:ext cx="372195" cy="373188"/>
              <a:chOff x="5511130" y="3329361"/>
              <a:chExt cx="135000" cy="135350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5511130" y="3329361"/>
                <a:ext cx="135000" cy="13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>
                <a:off x="5555659" y="3358932"/>
                <a:ext cx="45600" cy="4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20"/>
              <p:cNvSpPr/>
              <p:nvPr/>
            </p:nvSpPr>
            <p:spPr>
              <a:xfrm>
                <a:off x="5550709" y="3412130"/>
                <a:ext cx="55661" cy="52581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20"/>
            <p:cNvGrpSpPr/>
            <p:nvPr/>
          </p:nvGrpSpPr>
          <p:grpSpPr>
            <a:xfrm>
              <a:off x="8421918" y="1089498"/>
              <a:ext cx="243759" cy="244271"/>
              <a:chOff x="5641208" y="3341378"/>
              <a:chExt cx="174300" cy="174654"/>
            </a:xfrm>
          </p:grpSpPr>
          <p:sp>
            <p:nvSpPr>
              <p:cNvPr id="298" name="Google Shape;298;p20"/>
              <p:cNvSpPr/>
              <p:nvPr/>
            </p:nvSpPr>
            <p:spPr>
              <a:xfrm>
                <a:off x="5641208" y="3341378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>
                <a:off x="5698669" y="3385150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0"/>
              <p:cNvSpPr/>
              <p:nvPr/>
            </p:nvSpPr>
            <p:spPr>
              <a:xfrm>
                <a:off x="5692281" y="3448182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3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37" name="Google Shape;337;p23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38" name="Google Shape;338;p23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40" name="Google Shape;340;p23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41" name="Google Shape;341;p23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2" name="Google Shape;342;p23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3" name="Google Shape;343;p23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44" name="Google Shape;344;p23"/>
          <p:cNvGrpSpPr/>
          <p:nvPr/>
        </p:nvGrpSpPr>
        <p:grpSpPr>
          <a:xfrm>
            <a:off x="6625302" y="2529324"/>
            <a:ext cx="1911900" cy="2079176"/>
            <a:chOff x="3285302" y="215449"/>
            <a:chExt cx="1911900" cy="2079176"/>
          </a:xfrm>
        </p:grpSpPr>
        <p:sp>
          <p:nvSpPr>
            <p:cNvPr id="345" name="Google Shape;345;p23"/>
            <p:cNvSpPr/>
            <p:nvPr/>
          </p:nvSpPr>
          <p:spPr>
            <a:xfrm>
              <a:off x="3285302" y="215449"/>
              <a:ext cx="1911900" cy="2079176"/>
            </a:xfrm>
            <a:custGeom>
              <a:avLst/>
              <a:gdLst/>
              <a:ahLst/>
              <a:cxnLst/>
              <a:rect l="l" t="t" r="r" b="b"/>
              <a:pathLst>
                <a:path w="856" h="935" extrusionOk="0">
                  <a:moveTo>
                    <a:pt x="428" y="812"/>
                  </a:moveTo>
                  <a:cubicBezTo>
                    <a:pt x="216" y="812"/>
                    <a:pt x="44" y="640"/>
                    <a:pt x="44" y="428"/>
                  </a:cubicBezTo>
                  <a:cubicBezTo>
                    <a:pt x="44" y="216"/>
                    <a:pt x="216" y="44"/>
                    <a:pt x="428" y="44"/>
                  </a:cubicBezTo>
                  <a:cubicBezTo>
                    <a:pt x="640" y="44"/>
                    <a:pt x="812" y="216"/>
                    <a:pt x="812" y="428"/>
                  </a:cubicBezTo>
                  <a:cubicBezTo>
                    <a:pt x="812" y="640"/>
                    <a:pt x="640" y="812"/>
                    <a:pt x="428" y="812"/>
                  </a:cubicBezTo>
                  <a:moveTo>
                    <a:pt x="428" y="0"/>
                  </a:moveTo>
                  <a:cubicBezTo>
                    <a:pt x="192" y="0"/>
                    <a:pt x="0" y="192"/>
                    <a:pt x="0" y="428"/>
                  </a:cubicBezTo>
                  <a:cubicBezTo>
                    <a:pt x="0" y="639"/>
                    <a:pt x="153" y="814"/>
                    <a:pt x="353" y="849"/>
                  </a:cubicBezTo>
                  <a:cubicBezTo>
                    <a:pt x="428" y="935"/>
                    <a:pt x="428" y="935"/>
                    <a:pt x="428" y="935"/>
                  </a:cubicBezTo>
                  <a:cubicBezTo>
                    <a:pt x="503" y="849"/>
                    <a:pt x="503" y="849"/>
                    <a:pt x="503" y="849"/>
                  </a:cubicBezTo>
                  <a:cubicBezTo>
                    <a:pt x="704" y="814"/>
                    <a:pt x="856" y="639"/>
                    <a:pt x="856" y="428"/>
                  </a:cubicBezTo>
                  <a:cubicBezTo>
                    <a:pt x="856" y="192"/>
                    <a:pt x="664" y="0"/>
                    <a:pt x="428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3384311" y="312750"/>
              <a:ext cx="1713900" cy="1708500"/>
            </a:xfrm>
            <a:prstGeom prst="ellipse">
              <a:avLst/>
            </a:prstGeom>
            <a:solidFill>
              <a:srgbClr val="DDD0FB">
                <a:alpha val="15000"/>
              </a:srgbClr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3582329" y="1270400"/>
              <a:ext cx="324340" cy="561617"/>
            </a:xfrm>
            <a:custGeom>
              <a:avLst/>
              <a:gdLst/>
              <a:ahLst/>
              <a:cxnLst/>
              <a:rect l="l" t="t" r="r" b="b"/>
              <a:pathLst>
                <a:path w="145" h="253" extrusionOk="0">
                  <a:moveTo>
                    <a:pt x="130" y="12"/>
                  </a:moveTo>
                  <a:cubicBezTo>
                    <a:pt x="115" y="0"/>
                    <a:pt x="94" y="2"/>
                    <a:pt x="82" y="16"/>
                  </a:cubicBezTo>
                  <a:cubicBezTo>
                    <a:pt x="79" y="19"/>
                    <a:pt x="26" y="82"/>
                    <a:pt x="0" y="196"/>
                  </a:cubicBezTo>
                  <a:cubicBezTo>
                    <a:pt x="17" y="217"/>
                    <a:pt x="37" y="236"/>
                    <a:pt x="58" y="253"/>
                  </a:cubicBezTo>
                  <a:cubicBezTo>
                    <a:pt x="76" y="130"/>
                    <a:pt x="132" y="62"/>
                    <a:pt x="133" y="60"/>
                  </a:cubicBezTo>
                  <a:cubicBezTo>
                    <a:pt x="145" y="46"/>
                    <a:pt x="144" y="25"/>
                    <a:pt x="130" y="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4582663" y="1270400"/>
              <a:ext cx="324340" cy="553081"/>
            </a:xfrm>
            <a:custGeom>
              <a:avLst/>
              <a:gdLst/>
              <a:ahLst/>
              <a:cxnLst/>
              <a:rect l="l" t="t" r="r" b="b"/>
              <a:pathLst>
                <a:path w="145" h="249" extrusionOk="0">
                  <a:moveTo>
                    <a:pt x="16" y="12"/>
                  </a:moveTo>
                  <a:cubicBezTo>
                    <a:pt x="2" y="24"/>
                    <a:pt x="0" y="46"/>
                    <a:pt x="13" y="60"/>
                  </a:cubicBezTo>
                  <a:cubicBezTo>
                    <a:pt x="13" y="61"/>
                    <a:pt x="69" y="128"/>
                    <a:pt x="87" y="249"/>
                  </a:cubicBezTo>
                  <a:cubicBezTo>
                    <a:pt x="108" y="232"/>
                    <a:pt x="128" y="213"/>
                    <a:pt x="145" y="191"/>
                  </a:cubicBezTo>
                  <a:cubicBezTo>
                    <a:pt x="119" y="80"/>
                    <a:pt x="67" y="19"/>
                    <a:pt x="64" y="16"/>
                  </a:cubicBezTo>
                  <a:cubicBezTo>
                    <a:pt x="52" y="2"/>
                    <a:pt x="31" y="0"/>
                    <a:pt x="16" y="1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4176384" y="944354"/>
              <a:ext cx="129736" cy="305561"/>
            </a:xfrm>
            <a:custGeom>
              <a:avLst/>
              <a:gdLst/>
              <a:ahLst/>
              <a:cxnLst/>
              <a:rect l="l" t="t" r="r" b="b"/>
              <a:pathLst>
                <a:path w="58" h="137" extrusionOk="0">
                  <a:moveTo>
                    <a:pt x="58" y="29"/>
                  </a:moveTo>
                  <a:cubicBezTo>
                    <a:pt x="58" y="108"/>
                    <a:pt x="58" y="108"/>
                    <a:pt x="58" y="108"/>
                  </a:cubicBezTo>
                  <a:cubicBezTo>
                    <a:pt x="58" y="124"/>
                    <a:pt x="45" y="137"/>
                    <a:pt x="29" y="137"/>
                  </a:cubicBezTo>
                  <a:cubicBezTo>
                    <a:pt x="13" y="137"/>
                    <a:pt x="0" y="124"/>
                    <a:pt x="0" y="10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4021041" y="1179926"/>
              <a:ext cx="440420" cy="187774"/>
            </a:xfrm>
            <a:custGeom>
              <a:avLst/>
              <a:gdLst/>
              <a:ahLst/>
              <a:cxnLst/>
              <a:rect l="l" t="t" r="r" b="b"/>
              <a:pathLst>
                <a:path w="198" h="84" extrusionOk="0">
                  <a:moveTo>
                    <a:pt x="156" y="84"/>
                  </a:moveTo>
                  <a:cubicBezTo>
                    <a:pt x="42" y="84"/>
                    <a:pt x="42" y="84"/>
                    <a:pt x="42" y="84"/>
                  </a:cubicBezTo>
                  <a:cubicBezTo>
                    <a:pt x="19" y="84"/>
                    <a:pt x="0" y="65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79" y="0"/>
                    <a:pt x="198" y="19"/>
                    <a:pt x="198" y="42"/>
                  </a:cubicBezTo>
                  <a:cubicBezTo>
                    <a:pt x="198" y="42"/>
                    <a:pt x="198" y="42"/>
                    <a:pt x="198" y="42"/>
                  </a:cubicBezTo>
                  <a:cubicBezTo>
                    <a:pt x="198" y="65"/>
                    <a:pt x="179" y="84"/>
                    <a:pt x="156" y="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3776933" y="1231137"/>
              <a:ext cx="926932" cy="392619"/>
            </a:xfrm>
            <a:custGeom>
              <a:avLst/>
              <a:gdLst/>
              <a:ahLst/>
              <a:cxnLst/>
              <a:rect l="l" t="t" r="r" b="b"/>
              <a:pathLst>
                <a:path w="415" h="176" extrusionOk="0">
                  <a:moveTo>
                    <a:pt x="327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6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39"/>
                    <a:pt x="40" y="0"/>
                    <a:pt x="88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76" y="0"/>
                    <a:pt x="415" y="39"/>
                    <a:pt x="415" y="88"/>
                  </a:cubicBezTo>
                  <a:cubicBezTo>
                    <a:pt x="415" y="88"/>
                    <a:pt x="415" y="88"/>
                    <a:pt x="415" y="88"/>
                  </a:cubicBezTo>
                  <a:cubicBezTo>
                    <a:pt x="415" y="136"/>
                    <a:pt x="376" y="176"/>
                    <a:pt x="327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4089324" y="1145785"/>
              <a:ext cx="305563" cy="128028"/>
            </a:xfrm>
            <a:custGeom>
              <a:avLst/>
              <a:gdLst/>
              <a:ahLst/>
              <a:cxnLst/>
              <a:rect l="l" t="t" r="r" b="b"/>
              <a:pathLst>
                <a:path w="137" h="58" extrusionOk="0">
                  <a:moveTo>
                    <a:pt x="108" y="58"/>
                  </a:moveTo>
                  <a:cubicBezTo>
                    <a:pt x="29" y="58"/>
                    <a:pt x="29" y="58"/>
                    <a:pt x="29" y="58"/>
                  </a:cubicBezTo>
                  <a:cubicBezTo>
                    <a:pt x="13" y="58"/>
                    <a:pt x="0" y="45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24" y="0"/>
                    <a:pt x="137" y="13"/>
                    <a:pt x="137" y="29"/>
                  </a:cubicBezTo>
                  <a:cubicBezTo>
                    <a:pt x="137" y="29"/>
                    <a:pt x="137" y="29"/>
                    <a:pt x="137" y="29"/>
                  </a:cubicBezTo>
                  <a:cubicBezTo>
                    <a:pt x="137" y="45"/>
                    <a:pt x="124" y="58"/>
                    <a:pt x="108" y="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3881063" y="1212360"/>
              <a:ext cx="716962" cy="800602"/>
            </a:xfrm>
            <a:custGeom>
              <a:avLst/>
              <a:gdLst/>
              <a:ahLst/>
              <a:cxnLst/>
              <a:rect l="l" t="t" r="r" b="b"/>
              <a:pathLst>
                <a:path w="321" h="360" extrusionOk="0">
                  <a:moveTo>
                    <a:pt x="205" y="0"/>
                  </a:moveTo>
                  <a:cubicBezTo>
                    <a:pt x="116" y="0"/>
                    <a:pt x="116" y="0"/>
                    <a:pt x="116" y="0"/>
                  </a:cubicBezTo>
                  <a:cubicBezTo>
                    <a:pt x="52" y="0"/>
                    <a:pt x="0" y="52"/>
                    <a:pt x="0" y="115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49" y="347"/>
                    <a:pt x="103" y="360"/>
                    <a:pt x="161" y="360"/>
                  </a:cubicBezTo>
                  <a:cubicBezTo>
                    <a:pt x="218" y="360"/>
                    <a:pt x="272" y="347"/>
                    <a:pt x="321" y="325"/>
                  </a:cubicBezTo>
                  <a:cubicBezTo>
                    <a:pt x="321" y="282"/>
                    <a:pt x="321" y="282"/>
                    <a:pt x="321" y="282"/>
                  </a:cubicBezTo>
                  <a:cubicBezTo>
                    <a:pt x="321" y="115"/>
                    <a:pt x="321" y="115"/>
                    <a:pt x="321" y="115"/>
                  </a:cubicBezTo>
                  <a:cubicBezTo>
                    <a:pt x="321" y="52"/>
                    <a:pt x="269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4162727" y="275195"/>
              <a:ext cx="158700" cy="15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4219060" y="420294"/>
              <a:ext cx="44383" cy="150219"/>
            </a:xfrm>
            <a:custGeom>
              <a:avLst/>
              <a:gdLst/>
              <a:ahLst/>
              <a:cxnLst/>
              <a:rect l="l" t="t" r="r" b="b"/>
              <a:pathLst>
                <a:path w="20" h="68" extrusionOk="0">
                  <a:moveTo>
                    <a:pt x="10" y="68"/>
                  </a:moveTo>
                  <a:cubicBezTo>
                    <a:pt x="10" y="68"/>
                    <a:pt x="10" y="68"/>
                    <a:pt x="10" y="68"/>
                  </a:cubicBezTo>
                  <a:cubicBezTo>
                    <a:pt x="5" y="68"/>
                    <a:pt x="0" y="64"/>
                    <a:pt x="0" y="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5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4"/>
                    <a:pt x="16" y="68"/>
                    <a:pt x="10" y="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4111516" y="486868"/>
              <a:ext cx="266301" cy="64867"/>
            </a:xfrm>
            <a:custGeom>
              <a:avLst/>
              <a:gdLst/>
              <a:ahLst/>
              <a:cxnLst/>
              <a:rect l="l" t="t" r="r" b="b"/>
              <a:pathLst>
                <a:path w="119" h="29" extrusionOk="0">
                  <a:moveTo>
                    <a:pt x="104" y="29"/>
                  </a:moveTo>
                  <a:cubicBezTo>
                    <a:pt x="15" y="29"/>
                    <a:pt x="15" y="29"/>
                    <a:pt x="15" y="29"/>
                  </a:cubicBezTo>
                  <a:cubicBezTo>
                    <a:pt x="7" y="29"/>
                    <a:pt x="0" y="2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12" y="0"/>
                    <a:pt x="119" y="6"/>
                    <a:pt x="119" y="14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19" y="22"/>
                    <a:pt x="112" y="29"/>
                    <a:pt x="104" y="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3677924" y="626845"/>
              <a:ext cx="928638" cy="390913"/>
            </a:xfrm>
            <a:custGeom>
              <a:avLst/>
              <a:gdLst/>
              <a:ahLst/>
              <a:cxnLst/>
              <a:rect l="l" t="t" r="r" b="b"/>
              <a:pathLst>
                <a:path w="416" h="176" extrusionOk="0">
                  <a:moveTo>
                    <a:pt x="328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7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328" y="0"/>
                    <a:pt x="328" y="0"/>
                    <a:pt x="328" y="0"/>
                  </a:cubicBezTo>
                  <a:cubicBezTo>
                    <a:pt x="376" y="0"/>
                    <a:pt x="416" y="40"/>
                    <a:pt x="416" y="88"/>
                  </a:cubicBezTo>
                  <a:cubicBezTo>
                    <a:pt x="416" y="88"/>
                    <a:pt x="416" y="88"/>
                    <a:pt x="416" y="88"/>
                  </a:cubicBezTo>
                  <a:cubicBezTo>
                    <a:pt x="416" y="137"/>
                    <a:pt x="376" y="176"/>
                    <a:pt x="328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3857164" y="626845"/>
              <a:ext cx="926932" cy="390913"/>
            </a:xfrm>
            <a:custGeom>
              <a:avLst/>
              <a:gdLst/>
              <a:ahLst/>
              <a:cxnLst/>
              <a:rect l="l" t="t" r="r" b="b"/>
              <a:pathLst>
                <a:path w="415" h="176" extrusionOk="0">
                  <a:moveTo>
                    <a:pt x="327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7"/>
                    <a:pt x="0" y="8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40"/>
                    <a:pt x="40" y="0"/>
                    <a:pt x="88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76" y="0"/>
                    <a:pt x="415" y="40"/>
                    <a:pt x="415" y="88"/>
                  </a:cubicBezTo>
                  <a:cubicBezTo>
                    <a:pt x="415" y="88"/>
                    <a:pt x="415" y="88"/>
                    <a:pt x="415" y="88"/>
                  </a:cubicBezTo>
                  <a:cubicBezTo>
                    <a:pt x="415" y="137"/>
                    <a:pt x="376" y="176"/>
                    <a:pt x="327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3"/>
            <p:cNvSpPr/>
            <p:nvPr/>
          </p:nvSpPr>
          <p:spPr>
            <a:xfrm>
              <a:off x="3759863" y="515888"/>
              <a:ext cx="964486" cy="612828"/>
            </a:xfrm>
            <a:custGeom>
              <a:avLst/>
              <a:gdLst/>
              <a:ahLst/>
              <a:cxnLst/>
              <a:rect l="l" t="t" r="r" b="b"/>
              <a:pathLst>
                <a:path w="432" h="276" extrusionOk="0">
                  <a:moveTo>
                    <a:pt x="335" y="276"/>
                  </a:moveTo>
                  <a:cubicBezTo>
                    <a:pt x="97" y="276"/>
                    <a:pt x="97" y="276"/>
                    <a:pt x="97" y="276"/>
                  </a:cubicBezTo>
                  <a:cubicBezTo>
                    <a:pt x="44" y="276"/>
                    <a:pt x="0" y="233"/>
                    <a:pt x="0" y="179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44"/>
                    <a:pt x="44" y="0"/>
                    <a:pt x="97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389" y="0"/>
                    <a:pt x="432" y="44"/>
                    <a:pt x="432" y="97"/>
                  </a:cubicBezTo>
                  <a:cubicBezTo>
                    <a:pt x="432" y="179"/>
                    <a:pt x="432" y="179"/>
                    <a:pt x="432" y="179"/>
                  </a:cubicBezTo>
                  <a:cubicBezTo>
                    <a:pt x="432" y="233"/>
                    <a:pt x="389" y="276"/>
                    <a:pt x="335" y="276"/>
                  </a:cubicBezTo>
                  <a:close/>
                </a:path>
              </a:pathLst>
            </a:custGeom>
            <a:solidFill>
              <a:srgbClr val="E8F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3759863" y="515888"/>
              <a:ext cx="964486" cy="612828"/>
            </a:xfrm>
            <a:custGeom>
              <a:avLst/>
              <a:gdLst/>
              <a:ahLst/>
              <a:cxnLst/>
              <a:rect l="l" t="t" r="r" b="b"/>
              <a:pathLst>
                <a:path w="432" h="276" extrusionOk="0">
                  <a:moveTo>
                    <a:pt x="335" y="276"/>
                  </a:moveTo>
                  <a:cubicBezTo>
                    <a:pt x="97" y="276"/>
                    <a:pt x="97" y="276"/>
                    <a:pt x="97" y="276"/>
                  </a:cubicBezTo>
                  <a:cubicBezTo>
                    <a:pt x="44" y="276"/>
                    <a:pt x="0" y="233"/>
                    <a:pt x="0" y="179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44"/>
                    <a:pt x="44" y="0"/>
                    <a:pt x="97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389" y="0"/>
                    <a:pt x="432" y="44"/>
                    <a:pt x="432" y="97"/>
                  </a:cubicBezTo>
                  <a:cubicBezTo>
                    <a:pt x="432" y="179"/>
                    <a:pt x="432" y="179"/>
                    <a:pt x="432" y="179"/>
                  </a:cubicBezTo>
                  <a:cubicBezTo>
                    <a:pt x="432" y="233"/>
                    <a:pt x="389" y="276"/>
                    <a:pt x="335" y="2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4452076" y="925578"/>
              <a:ext cx="122908" cy="18778"/>
            </a:xfrm>
            <a:custGeom>
              <a:avLst/>
              <a:gdLst/>
              <a:ahLst/>
              <a:cxnLst/>
              <a:rect l="l" t="t" r="r" b="b"/>
              <a:pathLst>
                <a:path w="55" h="9" extrusionOk="0">
                  <a:moveTo>
                    <a:pt x="50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5" y="2"/>
                    <a:pt x="55" y="5"/>
                  </a:cubicBezTo>
                  <a:cubicBezTo>
                    <a:pt x="55" y="7"/>
                    <a:pt x="53" y="9"/>
                    <a:pt x="50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4452076" y="966547"/>
              <a:ext cx="83646" cy="20484"/>
            </a:xfrm>
            <a:custGeom>
              <a:avLst/>
              <a:gdLst/>
              <a:ahLst/>
              <a:cxnLst/>
              <a:rect l="l" t="t" r="r" b="b"/>
              <a:pathLst>
                <a:path w="37" h="9" extrusionOk="0">
                  <a:moveTo>
                    <a:pt x="3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5" y="0"/>
                    <a:pt x="37" y="2"/>
                    <a:pt x="37" y="4"/>
                  </a:cubicBezTo>
                  <a:cubicBezTo>
                    <a:pt x="37" y="7"/>
                    <a:pt x="35" y="9"/>
                    <a:pt x="32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3852044" y="551735"/>
              <a:ext cx="778416" cy="353358"/>
            </a:xfrm>
            <a:custGeom>
              <a:avLst/>
              <a:gdLst/>
              <a:ahLst/>
              <a:cxnLst/>
              <a:rect l="l" t="t" r="r" b="b"/>
              <a:pathLst>
                <a:path w="348" h="159" extrusionOk="0">
                  <a:moveTo>
                    <a:pt x="269" y="0"/>
                  </a:moveTo>
                  <a:cubicBezTo>
                    <a:pt x="79" y="0"/>
                    <a:pt x="79" y="0"/>
                    <a:pt x="79" y="0"/>
                  </a:cubicBezTo>
                  <a:cubicBezTo>
                    <a:pt x="36" y="0"/>
                    <a:pt x="0" y="36"/>
                    <a:pt x="0" y="79"/>
                  </a:cubicBezTo>
                  <a:cubicBezTo>
                    <a:pt x="0" y="123"/>
                    <a:pt x="36" y="159"/>
                    <a:pt x="79" y="159"/>
                  </a:cubicBezTo>
                  <a:cubicBezTo>
                    <a:pt x="269" y="159"/>
                    <a:pt x="269" y="159"/>
                    <a:pt x="269" y="159"/>
                  </a:cubicBezTo>
                  <a:cubicBezTo>
                    <a:pt x="313" y="159"/>
                    <a:pt x="348" y="123"/>
                    <a:pt x="348" y="79"/>
                  </a:cubicBezTo>
                  <a:cubicBezTo>
                    <a:pt x="348" y="36"/>
                    <a:pt x="313" y="0"/>
                    <a:pt x="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3875942" y="573927"/>
              <a:ext cx="730619" cy="308975"/>
            </a:xfrm>
            <a:custGeom>
              <a:avLst/>
              <a:gdLst/>
              <a:ahLst/>
              <a:cxnLst/>
              <a:rect l="l" t="t" r="r" b="b"/>
              <a:pathLst>
                <a:path w="328" h="139" extrusionOk="0">
                  <a:moveTo>
                    <a:pt x="259" y="139"/>
                  </a:moveTo>
                  <a:cubicBezTo>
                    <a:pt x="69" y="139"/>
                    <a:pt x="69" y="139"/>
                    <a:pt x="69" y="139"/>
                  </a:cubicBezTo>
                  <a:cubicBezTo>
                    <a:pt x="31" y="139"/>
                    <a:pt x="0" y="107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297" y="0"/>
                    <a:pt x="328" y="31"/>
                    <a:pt x="328" y="69"/>
                  </a:cubicBezTo>
                  <a:cubicBezTo>
                    <a:pt x="328" y="69"/>
                    <a:pt x="328" y="69"/>
                    <a:pt x="328" y="69"/>
                  </a:cubicBezTo>
                  <a:cubicBezTo>
                    <a:pt x="328" y="107"/>
                    <a:pt x="297" y="139"/>
                    <a:pt x="259" y="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4050062" y="618310"/>
              <a:ext cx="80400" cy="8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4347946" y="618310"/>
              <a:ext cx="80400" cy="80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4202847" y="761702"/>
              <a:ext cx="80232" cy="40969"/>
            </a:xfrm>
            <a:custGeom>
              <a:avLst/>
              <a:gdLst/>
              <a:ahLst/>
              <a:cxnLst/>
              <a:rect l="l" t="t" r="r" b="b"/>
              <a:pathLst>
                <a:path w="36" h="18" extrusionOk="0">
                  <a:moveTo>
                    <a:pt x="36" y="0"/>
                  </a:moveTo>
                  <a:cubicBezTo>
                    <a:pt x="36" y="10"/>
                    <a:pt x="28" y="18"/>
                    <a:pt x="18" y="18"/>
                  </a:cubicBezTo>
                  <a:cubicBezTo>
                    <a:pt x="8" y="18"/>
                    <a:pt x="0" y="10"/>
                    <a:pt x="0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3995436" y="1376236"/>
              <a:ext cx="493339" cy="322631"/>
            </a:xfrm>
            <a:custGeom>
              <a:avLst/>
              <a:gdLst/>
              <a:ahLst/>
              <a:cxnLst/>
              <a:rect l="l" t="t" r="r" b="b"/>
              <a:pathLst>
                <a:path w="221" h="145" extrusionOk="0">
                  <a:moveTo>
                    <a:pt x="173" y="145"/>
                  </a:moveTo>
                  <a:cubicBezTo>
                    <a:pt x="48" y="145"/>
                    <a:pt x="48" y="145"/>
                    <a:pt x="48" y="145"/>
                  </a:cubicBezTo>
                  <a:cubicBezTo>
                    <a:pt x="21" y="145"/>
                    <a:pt x="0" y="123"/>
                    <a:pt x="0" y="9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8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99" y="0"/>
                    <a:pt x="221" y="22"/>
                    <a:pt x="221" y="48"/>
                  </a:cubicBezTo>
                  <a:cubicBezTo>
                    <a:pt x="221" y="97"/>
                    <a:pt x="221" y="97"/>
                    <a:pt x="221" y="97"/>
                  </a:cubicBezTo>
                  <a:cubicBezTo>
                    <a:pt x="221" y="123"/>
                    <a:pt x="199" y="145"/>
                    <a:pt x="173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23"/>
          <p:cNvGrpSpPr/>
          <p:nvPr/>
        </p:nvGrpSpPr>
        <p:grpSpPr>
          <a:xfrm>
            <a:off x="6521507" y="2293424"/>
            <a:ext cx="1907382" cy="1866105"/>
            <a:chOff x="6521507" y="2293424"/>
            <a:chExt cx="1907382" cy="1866105"/>
          </a:xfrm>
        </p:grpSpPr>
        <p:grpSp>
          <p:nvGrpSpPr>
            <p:cNvPr id="370" name="Google Shape;370;p23"/>
            <p:cNvGrpSpPr/>
            <p:nvPr/>
          </p:nvGrpSpPr>
          <p:grpSpPr>
            <a:xfrm>
              <a:off x="6740641" y="2293424"/>
              <a:ext cx="480545" cy="481555"/>
              <a:chOff x="5471892" y="3290059"/>
              <a:chExt cx="174300" cy="174654"/>
            </a:xfrm>
          </p:grpSpPr>
          <p:sp>
            <p:nvSpPr>
              <p:cNvPr id="371" name="Google Shape;371;p23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23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23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4" name="Google Shape;374;p23"/>
            <p:cNvGrpSpPr/>
            <p:nvPr/>
          </p:nvGrpSpPr>
          <p:grpSpPr>
            <a:xfrm>
              <a:off x="6521507" y="3786172"/>
              <a:ext cx="372601" cy="373357"/>
              <a:chOff x="5471892" y="3290059"/>
              <a:chExt cx="174300" cy="174654"/>
            </a:xfrm>
          </p:grpSpPr>
          <p:sp>
            <p:nvSpPr>
              <p:cNvPr id="375" name="Google Shape;375;p23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3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8" name="Google Shape;378;p23"/>
            <p:cNvGrpSpPr/>
            <p:nvPr/>
          </p:nvGrpSpPr>
          <p:grpSpPr>
            <a:xfrm>
              <a:off x="8185131" y="2632673"/>
              <a:ext cx="243759" cy="244271"/>
              <a:chOff x="5471892" y="3290059"/>
              <a:chExt cx="174300" cy="174654"/>
            </a:xfrm>
          </p:grpSpPr>
          <p:sp>
            <p:nvSpPr>
              <p:cNvPr id="379" name="Google Shape;379;p23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23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23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24"/>
          <p:cNvGrpSpPr/>
          <p:nvPr/>
        </p:nvGrpSpPr>
        <p:grpSpPr>
          <a:xfrm>
            <a:off x="233650" y="111350"/>
            <a:ext cx="8675100" cy="4932325"/>
            <a:chOff x="233650" y="111350"/>
            <a:chExt cx="8675100" cy="4932325"/>
          </a:xfrm>
        </p:grpSpPr>
        <p:grpSp>
          <p:nvGrpSpPr>
            <p:cNvPr id="384" name="Google Shape;384;p24"/>
            <p:cNvGrpSpPr/>
            <p:nvPr/>
          </p:nvGrpSpPr>
          <p:grpSpPr>
            <a:xfrm>
              <a:off x="233650" y="111350"/>
              <a:ext cx="8675100" cy="4932325"/>
              <a:chOff x="233650" y="111350"/>
              <a:chExt cx="8675100" cy="4932325"/>
            </a:xfrm>
          </p:grpSpPr>
          <p:sp>
            <p:nvSpPr>
              <p:cNvPr id="385" name="Google Shape;385;p24"/>
              <p:cNvSpPr/>
              <p:nvPr/>
            </p:nvSpPr>
            <p:spPr>
              <a:xfrm rot="10800000" flipH="1">
                <a:off x="233650" y="292875"/>
                <a:ext cx="8675100" cy="4750800"/>
              </a:xfrm>
              <a:prstGeom prst="round2SameRect">
                <a:avLst>
                  <a:gd name="adj1" fmla="val 1911"/>
                  <a:gd name="adj2" fmla="val 0"/>
                </a:avLst>
              </a:prstGeom>
              <a:solidFill>
                <a:srgbClr val="DDD0FB">
                  <a:alpha val="15000"/>
                </a:srgbClr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6" name="Google Shape;386;p24"/>
              <p:cNvSpPr/>
              <p:nvPr/>
            </p:nvSpPr>
            <p:spPr>
              <a:xfrm>
                <a:off x="233650" y="111350"/>
                <a:ext cx="8675100" cy="300000"/>
              </a:xfrm>
              <a:prstGeom prst="round2SameRect">
                <a:avLst>
                  <a:gd name="adj1" fmla="val 31225"/>
                  <a:gd name="adj2" fmla="val 0"/>
                </a:avLst>
              </a:prstGeom>
              <a:solidFill>
                <a:schemeClr val="lt2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87" name="Google Shape;387;p24"/>
            <p:cNvGrpSpPr/>
            <p:nvPr/>
          </p:nvGrpSpPr>
          <p:grpSpPr>
            <a:xfrm>
              <a:off x="8249059" y="184274"/>
              <a:ext cx="571201" cy="152149"/>
              <a:chOff x="7873475" y="173025"/>
              <a:chExt cx="645425" cy="171900"/>
            </a:xfrm>
          </p:grpSpPr>
          <p:sp>
            <p:nvSpPr>
              <p:cNvPr id="388" name="Google Shape;388;p24"/>
              <p:cNvSpPr/>
              <p:nvPr/>
            </p:nvSpPr>
            <p:spPr>
              <a:xfrm>
                <a:off x="7873475" y="173025"/>
                <a:ext cx="171600" cy="1719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89" name="Google Shape;389;p24"/>
              <p:cNvSpPr/>
              <p:nvPr/>
            </p:nvSpPr>
            <p:spPr>
              <a:xfrm>
                <a:off x="8110388" y="173025"/>
                <a:ext cx="171600" cy="171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90" name="Google Shape;390;p24"/>
              <p:cNvSpPr/>
              <p:nvPr/>
            </p:nvSpPr>
            <p:spPr>
              <a:xfrm>
                <a:off x="8347300" y="173025"/>
                <a:ext cx="171600" cy="171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91" name="Google Shape;391;p24"/>
          <p:cNvGrpSpPr/>
          <p:nvPr/>
        </p:nvGrpSpPr>
        <p:grpSpPr>
          <a:xfrm>
            <a:off x="647394" y="3479756"/>
            <a:ext cx="1954985" cy="1128744"/>
            <a:chOff x="647394" y="3479756"/>
            <a:chExt cx="1954985" cy="1128744"/>
          </a:xfrm>
        </p:grpSpPr>
        <p:sp>
          <p:nvSpPr>
            <p:cNvPr id="392" name="Google Shape;392;p24"/>
            <p:cNvSpPr/>
            <p:nvPr/>
          </p:nvSpPr>
          <p:spPr>
            <a:xfrm>
              <a:off x="647394" y="3479756"/>
              <a:ext cx="1263178" cy="369713"/>
            </a:xfrm>
            <a:custGeom>
              <a:avLst/>
              <a:gdLst/>
              <a:ahLst/>
              <a:cxnLst/>
              <a:rect l="l" t="t" r="r" b="b"/>
              <a:pathLst>
                <a:path w="345" h="101" extrusionOk="0">
                  <a:moveTo>
                    <a:pt x="304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2"/>
                    <a:pt x="5" y="62"/>
                    <a:pt x="12" y="6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35" y="81"/>
                    <a:pt x="38" y="81"/>
                    <a:pt x="41" y="81"/>
                  </a:cubicBezTo>
                  <a:cubicBezTo>
                    <a:pt x="304" y="81"/>
                    <a:pt x="304" y="81"/>
                    <a:pt x="304" y="81"/>
                  </a:cubicBezTo>
                  <a:cubicBezTo>
                    <a:pt x="327" y="81"/>
                    <a:pt x="345" y="63"/>
                    <a:pt x="345" y="40"/>
                  </a:cubicBezTo>
                  <a:cubicBezTo>
                    <a:pt x="345" y="40"/>
                    <a:pt x="345" y="40"/>
                    <a:pt x="345" y="40"/>
                  </a:cubicBezTo>
                  <a:cubicBezTo>
                    <a:pt x="345" y="18"/>
                    <a:pt x="327" y="0"/>
                    <a:pt x="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756625" y="3546977"/>
              <a:ext cx="386516" cy="30810"/>
            </a:xfrm>
            <a:custGeom>
              <a:avLst/>
              <a:gdLst/>
              <a:ahLst/>
              <a:cxnLst/>
              <a:rect l="l" t="t" r="r" b="b"/>
              <a:pathLst>
                <a:path w="105" h="9" extrusionOk="0">
                  <a:moveTo>
                    <a:pt x="101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3" y="0"/>
                    <a:pt x="105" y="2"/>
                    <a:pt x="105" y="4"/>
                  </a:cubicBezTo>
                  <a:cubicBezTo>
                    <a:pt x="105" y="7"/>
                    <a:pt x="103" y="9"/>
                    <a:pt x="10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1162748" y="3546977"/>
              <a:ext cx="117635" cy="30810"/>
            </a:xfrm>
            <a:custGeom>
              <a:avLst/>
              <a:gdLst/>
              <a:ahLst/>
              <a:cxnLst/>
              <a:rect l="l" t="t" r="r" b="b"/>
              <a:pathLst>
                <a:path w="32" h="9" extrusionOk="0">
                  <a:moveTo>
                    <a:pt x="28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7"/>
                    <a:pt x="30" y="9"/>
                    <a:pt x="2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756625" y="3670214"/>
              <a:ext cx="403321" cy="33610"/>
            </a:xfrm>
            <a:custGeom>
              <a:avLst/>
              <a:gdLst/>
              <a:ahLst/>
              <a:cxnLst/>
              <a:rect l="l" t="t" r="r" b="b"/>
              <a:pathLst>
                <a:path w="110" h="9" extrusionOk="0">
                  <a:moveTo>
                    <a:pt x="105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8" y="0"/>
                    <a:pt x="110" y="2"/>
                    <a:pt x="110" y="5"/>
                  </a:cubicBezTo>
                  <a:cubicBezTo>
                    <a:pt x="110" y="7"/>
                    <a:pt x="108" y="9"/>
                    <a:pt x="105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756625" y="3602994"/>
              <a:ext cx="117635" cy="33610"/>
            </a:xfrm>
            <a:custGeom>
              <a:avLst/>
              <a:gdLst/>
              <a:ahLst/>
              <a:cxnLst/>
              <a:rect l="l" t="t" r="r" b="b"/>
              <a:pathLst>
                <a:path w="32" h="9" extrusionOk="0">
                  <a:moveTo>
                    <a:pt x="27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5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1311191" y="3546977"/>
              <a:ext cx="112034" cy="30810"/>
            </a:xfrm>
            <a:custGeom>
              <a:avLst/>
              <a:gdLst/>
              <a:ahLst/>
              <a:cxnLst/>
              <a:rect l="l" t="t" r="r" b="b"/>
              <a:pathLst>
                <a:path w="31" h="9" extrusionOk="0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4"/>
                  </a:cubicBezTo>
                  <a:cubicBezTo>
                    <a:pt x="31" y="7"/>
                    <a:pt x="29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1311191" y="3670214"/>
              <a:ext cx="112034" cy="33610"/>
            </a:xfrm>
            <a:custGeom>
              <a:avLst/>
              <a:gdLst/>
              <a:ahLst/>
              <a:cxnLst/>
              <a:rect l="l" t="t" r="r" b="b"/>
              <a:pathLst>
                <a:path w="31" h="9" extrusionOk="0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5"/>
                  </a:cubicBezTo>
                  <a:cubicBezTo>
                    <a:pt x="31" y="7"/>
                    <a:pt x="29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1342001" y="3602994"/>
              <a:ext cx="436931" cy="33610"/>
            </a:xfrm>
            <a:custGeom>
              <a:avLst/>
              <a:gdLst/>
              <a:ahLst/>
              <a:cxnLst/>
              <a:rect l="l" t="t" r="r" b="b"/>
              <a:pathLst>
                <a:path w="119" h="9" extrusionOk="0">
                  <a:moveTo>
                    <a:pt x="11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19" y="2"/>
                    <a:pt x="119" y="5"/>
                  </a:cubicBezTo>
                  <a:cubicBezTo>
                    <a:pt x="119" y="7"/>
                    <a:pt x="117" y="9"/>
                    <a:pt x="11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952684" y="3602994"/>
              <a:ext cx="336100" cy="33610"/>
            </a:xfrm>
            <a:custGeom>
              <a:avLst/>
              <a:gdLst/>
              <a:ahLst/>
              <a:cxnLst/>
              <a:rect l="l" t="t" r="r" b="b"/>
              <a:pathLst>
                <a:path w="92" h="9" extrusionOk="0">
                  <a:moveTo>
                    <a:pt x="88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2" y="2"/>
                    <a:pt x="92" y="5"/>
                  </a:cubicBezTo>
                  <a:cubicBezTo>
                    <a:pt x="92" y="7"/>
                    <a:pt x="90" y="9"/>
                    <a:pt x="8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1454035" y="3546977"/>
              <a:ext cx="212864" cy="30810"/>
            </a:xfrm>
            <a:custGeom>
              <a:avLst/>
              <a:gdLst/>
              <a:ahLst/>
              <a:cxnLst/>
              <a:rect l="l" t="t" r="r" b="b"/>
              <a:pathLst>
                <a:path w="58" h="9" extrusionOk="0">
                  <a:moveTo>
                    <a:pt x="54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6" y="0"/>
                    <a:pt x="58" y="2"/>
                    <a:pt x="58" y="4"/>
                  </a:cubicBezTo>
                  <a:cubicBezTo>
                    <a:pt x="58" y="7"/>
                    <a:pt x="56" y="9"/>
                    <a:pt x="5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1720114" y="3546977"/>
              <a:ext cx="58818" cy="30810"/>
            </a:xfrm>
            <a:custGeom>
              <a:avLst/>
              <a:gdLst/>
              <a:ahLst/>
              <a:cxnLst/>
              <a:rect l="l" t="t" r="r" b="b"/>
              <a:pathLst>
                <a:path w="16" h="9" extrusionOk="0">
                  <a:moveTo>
                    <a:pt x="11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7"/>
                    <a:pt x="14" y="9"/>
                    <a:pt x="1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1210361" y="3670214"/>
              <a:ext cx="58818" cy="33610"/>
            </a:xfrm>
            <a:custGeom>
              <a:avLst/>
              <a:gdLst/>
              <a:ahLst/>
              <a:cxnLst/>
              <a:rect l="l" t="t" r="r" b="b"/>
              <a:pathLst>
                <a:path w="16" h="9" extrusionOk="0">
                  <a:moveTo>
                    <a:pt x="1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5"/>
                  </a:cubicBezTo>
                  <a:cubicBezTo>
                    <a:pt x="16" y="7"/>
                    <a:pt x="14" y="9"/>
                    <a:pt x="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692207" y="3734635"/>
              <a:ext cx="3000" cy="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1815342" y="3835465"/>
              <a:ext cx="787037" cy="366912"/>
            </a:xfrm>
            <a:custGeom>
              <a:avLst/>
              <a:gdLst/>
              <a:ahLst/>
              <a:cxnLst/>
              <a:rect l="l" t="t" r="r" b="b"/>
              <a:pathLst>
                <a:path w="215" h="101" extrusionOk="0">
                  <a:moveTo>
                    <a:pt x="41" y="0"/>
                  </a:moveTo>
                  <a:cubicBezTo>
                    <a:pt x="174" y="0"/>
                    <a:pt x="174" y="0"/>
                    <a:pt x="174" y="0"/>
                  </a:cubicBezTo>
                  <a:cubicBezTo>
                    <a:pt x="197" y="0"/>
                    <a:pt x="215" y="18"/>
                    <a:pt x="215" y="41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5" y="52"/>
                    <a:pt x="211" y="62"/>
                    <a:pt x="203" y="70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101"/>
                    <a:pt x="203" y="101"/>
                    <a:pt x="203" y="101"/>
                  </a:cubicBezTo>
                  <a:cubicBezTo>
                    <a:pt x="183" y="81"/>
                    <a:pt x="183" y="81"/>
                    <a:pt x="183" y="81"/>
                  </a:cubicBezTo>
                  <a:cubicBezTo>
                    <a:pt x="180" y="82"/>
                    <a:pt x="177" y="82"/>
                    <a:pt x="174" y="82"/>
                  </a:cubicBezTo>
                  <a:cubicBezTo>
                    <a:pt x="41" y="82"/>
                    <a:pt x="41" y="82"/>
                    <a:pt x="41" y="82"/>
                  </a:cubicBezTo>
                  <a:cubicBezTo>
                    <a:pt x="18" y="82"/>
                    <a:pt x="0" y="63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18"/>
                    <a:pt x="18" y="0"/>
                    <a:pt x="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1885364" y="3908288"/>
              <a:ext cx="114835" cy="28009"/>
            </a:xfrm>
            <a:custGeom>
              <a:avLst/>
              <a:gdLst/>
              <a:ahLst/>
              <a:cxnLst/>
              <a:rect l="l" t="t" r="r" b="b"/>
              <a:pathLst>
                <a:path w="31" h="8" extrusionOk="0">
                  <a:moveTo>
                    <a:pt x="27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4"/>
                  </a:cubicBezTo>
                  <a:cubicBezTo>
                    <a:pt x="31" y="6"/>
                    <a:pt x="29" y="8"/>
                    <a:pt x="27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2028206" y="3908288"/>
              <a:ext cx="117635" cy="28009"/>
            </a:xfrm>
            <a:custGeom>
              <a:avLst/>
              <a:gdLst/>
              <a:ahLst/>
              <a:cxnLst/>
              <a:rect l="l" t="t" r="r" b="b"/>
              <a:pathLst>
                <a:path w="32" h="8" extrusionOk="0">
                  <a:moveTo>
                    <a:pt x="27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6"/>
                    <a:pt x="30" y="8"/>
                    <a:pt x="27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2028206" y="4031525"/>
              <a:ext cx="117635" cy="33610"/>
            </a:xfrm>
            <a:custGeom>
              <a:avLst/>
              <a:gdLst/>
              <a:ahLst/>
              <a:cxnLst/>
              <a:rect l="l" t="t" r="r" b="b"/>
              <a:pathLst>
                <a:path w="32" h="9" extrusionOk="0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5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2061816" y="3964305"/>
              <a:ext cx="434131" cy="33610"/>
            </a:xfrm>
            <a:custGeom>
              <a:avLst/>
              <a:gdLst/>
              <a:ahLst/>
              <a:cxnLst/>
              <a:rect l="l" t="t" r="r" b="b"/>
              <a:pathLst>
                <a:path w="119" h="9" extrusionOk="0">
                  <a:moveTo>
                    <a:pt x="115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7" y="0"/>
                    <a:pt x="119" y="2"/>
                    <a:pt x="119" y="4"/>
                  </a:cubicBezTo>
                  <a:cubicBezTo>
                    <a:pt x="119" y="7"/>
                    <a:pt x="117" y="9"/>
                    <a:pt x="115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1882562" y="3964305"/>
              <a:ext cx="123237" cy="33610"/>
            </a:xfrm>
            <a:custGeom>
              <a:avLst/>
              <a:gdLst/>
              <a:ahLst/>
              <a:cxnLst/>
              <a:rect l="l" t="t" r="r" b="b"/>
              <a:pathLst>
                <a:path w="34" h="9" extrusionOk="0">
                  <a:moveTo>
                    <a:pt x="30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2"/>
                    <a:pt x="34" y="4"/>
                  </a:cubicBezTo>
                  <a:cubicBezTo>
                    <a:pt x="34" y="7"/>
                    <a:pt x="32" y="9"/>
                    <a:pt x="3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2171049" y="3908288"/>
              <a:ext cx="215665" cy="28009"/>
            </a:xfrm>
            <a:custGeom>
              <a:avLst/>
              <a:gdLst/>
              <a:ahLst/>
              <a:cxnLst/>
              <a:rect l="l" t="t" r="r" b="b"/>
              <a:pathLst>
                <a:path w="59" h="8" extrusionOk="0">
                  <a:moveTo>
                    <a:pt x="54" y="8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59" y="2"/>
                    <a:pt x="59" y="4"/>
                  </a:cubicBezTo>
                  <a:cubicBezTo>
                    <a:pt x="59" y="6"/>
                    <a:pt x="57" y="8"/>
                    <a:pt x="5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2439930" y="3908288"/>
              <a:ext cx="56017" cy="28009"/>
            </a:xfrm>
            <a:custGeom>
              <a:avLst/>
              <a:gdLst/>
              <a:ahLst/>
              <a:cxnLst/>
              <a:rect l="l" t="t" r="r" b="b"/>
              <a:pathLst>
                <a:path w="16" h="8" extrusionOk="0">
                  <a:moveTo>
                    <a:pt x="12" y="8"/>
                  </a:moveTo>
                  <a:cubicBezTo>
                    <a:pt x="5" y="8"/>
                    <a:pt x="5" y="8"/>
                    <a:pt x="5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6"/>
                    <a:pt x="14" y="8"/>
                    <a:pt x="12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1930177" y="4031525"/>
              <a:ext cx="58818" cy="33610"/>
            </a:xfrm>
            <a:custGeom>
              <a:avLst/>
              <a:gdLst/>
              <a:ahLst/>
              <a:cxnLst/>
              <a:rect l="l" t="t" r="r" b="b"/>
              <a:pathLst>
                <a:path w="16" h="9" extrusionOk="0">
                  <a:moveTo>
                    <a:pt x="1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5"/>
                  </a:cubicBezTo>
                  <a:cubicBezTo>
                    <a:pt x="16" y="7"/>
                    <a:pt x="14" y="9"/>
                    <a:pt x="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2560365" y="4090342"/>
              <a:ext cx="3000" cy="3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681004" y="4238788"/>
              <a:ext cx="1512452" cy="369713"/>
            </a:xfrm>
            <a:custGeom>
              <a:avLst/>
              <a:gdLst/>
              <a:ahLst/>
              <a:cxnLst/>
              <a:rect l="l" t="t" r="r" b="b"/>
              <a:pathLst>
                <a:path w="413" h="101" extrusionOk="0">
                  <a:moveTo>
                    <a:pt x="372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52"/>
                    <a:pt x="4" y="62"/>
                    <a:pt x="12" y="70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2" y="101"/>
                    <a:pt x="12" y="101"/>
                    <a:pt x="12" y="10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5" y="81"/>
                    <a:pt x="38" y="82"/>
                    <a:pt x="41" y="82"/>
                  </a:cubicBezTo>
                  <a:cubicBezTo>
                    <a:pt x="372" y="82"/>
                    <a:pt x="372" y="82"/>
                    <a:pt x="372" y="82"/>
                  </a:cubicBezTo>
                  <a:cubicBezTo>
                    <a:pt x="394" y="82"/>
                    <a:pt x="413" y="63"/>
                    <a:pt x="413" y="41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13" y="18"/>
                    <a:pt x="394" y="0"/>
                    <a:pt x="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751024" y="4311610"/>
              <a:ext cx="859859" cy="33610"/>
            </a:xfrm>
            <a:custGeom>
              <a:avLst/>
              <a:gdLst/>
              <a:ahLst/>
              <a:cxnLst/>
              <a:rect l="l" t="t" r="r" b="b"/>
              <a:pathLst>
                <a:path w="235" h="9" extrusionOk="0">
                  <a:moveTo>
                    <a:pt x="230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33" y="0"/>
                    <a:pt x="235" y="2"/>
                    <a:pt x="235" y="4"/>
                  </a:cubicBezTo>
                  <a:cubicBezTo>
                    <a:pt x="235" y="7"/>
                    <a:pt x="233" y="9"/>
                    <a:pt x="23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1636088" y="4311610"/>
              <a:ext cx="117635" cy="33610"/>
            </a:xfrm>
            <a:custGeom>
              <a:avLst/>
              <a:gdLst/>
              <a:ahLst/>
              <a:cxnLst/>
              <a:rect l="l" t="t" r="r" b="b"/>
              <a:pathLst>
                <a:path w="32" h="9" extrusionOk="0">
                  <a:moveTo>
                    <a:pt x="27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1636088" y="4437647"/>
              <a:ext cx="305292" cy="30810"/>
            </a:xfrm>
            <a:custGeom>
              <a:avLst/>
              <a:gdLst/>
              <a:ahLst/>
              <a:cxnLst/>
              <a:rect l="l" t="t" r="r" b="b"/>
              <a:pathLst>
                <a:path w="83" h="9" extrusionOk="0">
                  <a:moveTo>
                    <a:pt x="78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3" y="2"/>
                    <a:pt x="83" y="5"/>
                  </a:cubicBezTo>
                  <a:cubicBezTo>
                    <a:pt x="83" y="7"/>
                    <a:pt x="81" y="9"/>
                    <a:pt x="78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1669698" y="4370427"/>
              <a:ext cx="434131" cy="33610"/>
            </a:xfrm>
            <a:custGeom>
              <a:avLst/>
              <a:gdLst/>
              <a:ahLst/>
              <a:cxnLst/>
              <a:rect l="l" t="t" r="r" b="b"/>
              <a:pathLst>
                <a:path w="119" h="9" extrusionOk="0">
                  <a:moveTo>
                    <a:pt x="115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7" y="0"/>
                    <a:pt x="119" y="2"/>
                    <a:pt x="119" y="5"/>
                  </a:cubicBezTo>
                  <a:cubicBezTo>
                    <a:pt x="119" y="7"/>
                    <a:pt x="117" y="9"/>
                    <a:pt x="115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745422" y="4370427"/>
              <a:ext cx="868260" cy="33610"/>
            </a:xfrm>
            <a:custGeom>
              <a:avLst/>
              <a:gdLst/>
              <a:ahLst/>
              <a:cxnLst/>
              <a:rect l="l" t="t" r="r" b="b"/>
              <a:pathLst>
                <a:path w="237" h="9" extrusionOk="0">
                  <a:moveTo>
                    <a:pt x="233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233" y="0"/>
                    <a:pt x="233" y="0"/>
                    <a:pt x="233" y="0"/>
                  </a:cubicBezTo>
                  <a:cubicBezTo>
                    <a:pt x="235" y="0"/>
                    <a:pt x="237" y="2"/>
                    <a:pt x="237" y="5"/>
                  </a:cubicBezTo>
                  <a:cubicBezTo>
                    <a:pt x="237" y="7"/>
                    <a:pt x="235" y="9"/>
                    <a:pt x="233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1778932" y="4311610"/>
              <a:ext cx="215665" cy="33610"/>
            </a:xfrm>
            <a:custGeom>
              <a:avLst/>
              <a:gdLst/>
              <a:ahLst/>
              <a:cxnLst/>
              <a:rect l="l" t="t" r="r" b="b"/>
              <a:pathLst>
                <a:path w="59" h="9" extrusionOk="0">
                  <a:moveTo>
                    <a:pt x="54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59" y="2"/>
                    <a:pt x="59" y="4"/>
                  </a:cubicBezTo>
                  <a:cubicBezTo>
                    <a:pt x="59" y="7"/>
                    <a:pt x="57" y="9"/>
                    <a:pt x="54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2047812" y="4311610"/>
              <a:ext cx="56017" cy="33610"/>
            </a:xfrm>
            <a:custGeom>
              <a:avLst/>
              <a:gdLst/>
              <a:ahLst/>
              <a:cxnLst/>
              <a:rect l="l" t="t" r="r" b="b"/>
              <a:pathLst>
                <a:path w="16" h="9" extrusionOk="0">
                  <a:moveTo>
                    <a:pt x="12" y="9"/>
                  </a:moveTo>
                  <a:cubicBezTo>
                    <a:pt x="5" y="9"/>
                    <a:pt x="5" y="9"/>
                    <a:pt x="5" y="9"/>
                  </a:cubicBezTo>
                  <a:cubicBezTo>
                    <a:pt x="2" y="9"/>
                    <a:pt x="0" y="7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4" y="0"/>
                    <a:pt x="16" y="2"/>
                    <a:pt x="16" y="4"/>
                  </a:cubicBezTo>
                  <a:cubicBezTo>
                    <a:pt x="16" y="7"/>
                    <a:pt x="14" y="9"/>
                    <a:pt x="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1482043" y="4437647"/>
              <a:ext cx="117635" cy="30810"/>
            </a:xfrm>
            <a:custGeom>
              <a:avLst/>
              <a:gdLst/>
              <a:ahLst/>
              <a:cxnLst/>
              <a:rect l="l" t="t" r="r" b="b"/>
              <a:pathLst>
                <a:path w="32" h="9" extrusionOk="0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30" y="0"/>
                    <a:pt x="32" y="2"/>
                    <a:pt x="32" y="5"/>
                  </a:cubicBezTo>
                  <a:cubicBezTo>
                    <a:pt x="32" y="7"/>
                    <a:pt x="30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1991796" y="4437647"/>
              <a:ext cx="112034" cy="30810"/>
            </a:xfrm>
            <a:custGeom>
              <a:avLst/>
              <a:gdLst/>
              <a:ahLst/>
              <a:cxnLst/>
              <a:rect l="l" t="t" r="r" b="b"/>
              <a:pathLst>
                <a:path w="31" h="9" extrusionOk="0">
                  <a:moveTo>
                    <a:pt x="27" y="9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1" y="2"/>
                    <a:pt x="31" y="5"/>
                  </a:cubicBezTo>
                  <a:cubicBezTo>
                    <a:pt x="31" y="7"/>
                    <a:pt x="29" y="9"/>
                    <a:pt x="27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723015" y="4499266"/>
              <a:ext cx="3000" cy="3000"/>
            </a:xfrm>
            <a:prstGeom prst="rect">
              <a:avLst/>
            </a:prstGeom>
            <a:solidFill>
              <a:srgbClr val="68FC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24"/>
          <p:cNvGrpSpPr/>
          <p:nvPr/>
        </p:nvGrpSpPr>
        <p:grpSpPr>
          <a:xfrm>
            <a:off x="723026" y="3156319"/>
            <a:ext cx="1837349" cy="644997"/>
            <a:chOff x="723026" y="3156319"/>
            <a:chExt cx="1837349" cy="644997"/>
          </a:xfrm>
        </p:grpSpPr>
        <p:grpSp>
          <p:nvGrpSpPr>
            <p:cNvPr id="427" name="Google Shape;427;p24"/>
            <p:cNvGrpSpPr/>
            <p:nvPr/>
          </p:nvGrpSpPr>
          <p:grpSpPr>
            <a:xfrm>
              <a:off x="2297619" y="3572727"/>
              <a:ext cx="262755" cy="228589"/>
              <a:chOff x="2361400" y="2036601"/>
              <a:chExt cx="268200" cy="233373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2465443" y="2242374"/>
                <a:ext cx="60300" cy="2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2361400" y="2036601"/>
                <a:ext cx="268200" cy="2034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67" extrusionOk="0">
                    <a:moveTo>
                      <a:pt x="89" y="25"/>
                    </a:moveTo>
                    <a:cubicBezTo>
                      <a:pt x="89" y="11"/>
                      <a:pt x="77" y="0"/>
                      <a:pt x="63" y="0"/>
                    </a:cubicBezTo>
                    <a:cubicBezTo>
                      <a:pt x="56" y="0"/>
                      <a:pt x="49" y="3"/>
                      <a:pt x="44" y="8"/>
                    </a:cubicBezTo>
                    <a:cubicBezTo>
                      <a:pt x="40" y="3"/>
                      <a:pt x="33" y="0"/>
                      <a:pt x="26" y="0"/>
                    </a:cubicBezTo>
                    <a:cubicBezTo>
                      <a:pt x="12" y="0"/>
                      <a:pt x="0" y="11"/>
                      <a:pt x="0" y="25"/>
                    </a:cubicBezTo>
                    <a:cubicBezTo>
                      <a:pt x="0" y="34"/>
                      <a:pt x="4" y="41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1" y="47"/>
                      <a:pt x="13" y="48"/>
                      <a:pt x="15" y="49"/>
                    </a:cubicBezTo>
                    <a:cubicBezTo>
                      <a:pt x="44" y="67"/>
                      <a:pt x="44" y="67"/>
                      <a:pt x="44" y="67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76" y="48"/>
                      <a:pt x="78" y="47"/>
                      <a:pt x="79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45"/>
                      <a:pt x="79" y="45"/>
                      <a:pt x="79" y="45"/>
                    </a:cubicBezTo>
                    <a:cubicBezTo>
                      <a:pt x="85" y="41"/>
                      <a:pt x="89" y="34"/>
                      <a:pt x="89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24"/>
            <p:cNvGrpSpPr/>
            <p:nvPr/>
          </p:nvGrpSpPr>
          <p:grpSpPr>
            <a:xfrm>
              <a:off x="723026" y="3156319"/>
              <a:ext cx="305264" cy="298207"/>
              <a:chOff x="935775" y="406510"/>
              <a:chExt cx="484546" cy="473345"/>
            </a:xfrm>
          </p:grpSpPr>
          <p:sp>
            <p:nvSpPr>
              <p:cNvPr id="431" name="Google Shape;431;p24"/>
              <p:cNvSpPr/>
              <p:nvPr/>
            </p:nvSpPr>
            <p:spPr>
              <a:xfrm>
                <a:off x="935775" y="616575"/>
                <a:ext cx="148445" cy="238073"/>
              </a:xfrm>
              <a:custGeom>
                <a:avLst/>
                <a:gdLst/>
                <a:ahLst/>
                <a:cxnLst/>
                <a:rect l="l" t="t" r="r" b="b"/>
                <a:pathLst>
                  <a:path w="40" h="65" extrusionOk="0">
                    <a:moveTo>
                      <a:pt x="40" y="65"/>
                    </a:moveTo>
                    <a:cubicBezTo>
                      <a:pt x="0" y="65"/>
                      <a:pt x="0" y="65"/>
                      <a:pt x="0" y="65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40" y="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935775" y="616575"/>
                <a:ext cx="148445" cy="3361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" extrusionOk="0">
                    <a:moveTo>
                      <a:pt x="9" y="0"/>
                    </a:moveTo>
                    <a:cubicBezTo>
                      <a:pt x="4" y="0"/>
                      <a:pt x="0" y="3"/>
                      <a:pt x="0" y="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A6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966586" y="767821"/>
                <a:ext cx="64500" cy="6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1064614" y="406510"/>
                <a:ext cx="355707" cy="473345"/>
              </a:xfrm>
              <a:custGeom>
                <a:avLst/>
                <a:gdLst/>
                <a:ahLst/>
                <a:cxnLst/>
                <a:rect l="l" t="t" r="r" b="b"/>
                <a:pathLst>
                  <a:path w="97" h="130" extrusionOk="0">
                    <a:moveTo>
                      <a:pt x="84" y="47"/>
                    </a:moveTo>
                    <a:cubicBezTo>
                      <a:pt x="35" y="47"/>
                      <a:pt x="35" y="47"/>
                      <a:pt x="35" y="47"/>
                    </a:cubicBezTo>
                    <a:cubicBezTo>
                      <a:pt x="40" y="39"/>
                      <a:pt x="40" y="39"/>
                      <a:pt x="40" y="39"/>
                    </a:cubicBezTo>
                    <a:cubicBezTo>
                      <a:pt x="41" y="38"/>
                      <a:pt x="41" y="36"/>
                      <a:pt x="42" y="35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6" y="9"/>
                      <a:pt x="41" y="2"/>
                      <a:pt x="34" y="1"/>
                    </a:cubicBezTo>
                    <a:cubicBezTo>
                      <a:pt x="27" y="0"/>
                      <a:pt x="21" y="5"/>
                      <a:pt x="20" y="12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1" y="55"/>
                      <a:pt x="0" y="58"/>
                      <a:pt x="1" y="61"/>
                    </a:cubicBezTo>
                    <a:cubicBezTo>
                      <a:pt x="1" y="112"/>
                      <a:pt x="1" y="112"/>
                      <a:pt x="1" y="112"/>
                    </a:cubicBezTo>
                    <a:cubicBezTo>
                      <a:pt x="1" y="122"/>
                      <a:pt x="9" y="130"/>
                      <a:pt x="19" y="130"/>
                    </a:cubicBezTo>
                    <a:cubicBezTo>
                      <a:pt x="64" y="130"/>
                      <a:pt x="64" y="130"/>
                      <a:pt x="64" y="130"/>
                    </a:cubicBezTo>
                    <a:cubicBezTo>
                      <a:pt x="73" y="130"/>
                      <a:pt x="81" y="122"/>
                      <a:pt x="81" y="113"/>
                    </a:cubicBezTo>
                    <a:cubicBezTo>
                      <a:pt x="81" y="74"/>
                      <a:pt x="81" y="74"/>
                      <a:pt x="81" y="74"/>
                    </a:cubicBezTo>
                    <a:cubicBezTo>
                      <a:pt x="84" y="74"/>
                      <a:pt x="84" y="74"/>
                      <a:pt x="84" y="74"/>
                    </a:cubicBezTo>
                    <a:cubicBezTo>
                      <a:pt x="91" y="74"/>
                      <a:pt x="97" y="68"/>
                      <a:pt x="97" y="61"/>
                    </a:cubicBezTo>
                    <a:cubicBezTo>
                      <a:pt x="97" y="53"/>
                      <a:pt x="91" y="47"/>
                      <a:pt x="84" y="47"/>
                    </a:cubicBezTo>
                    <a:close/>
                  </a:path>
                </a:pathLst>
              </a:custGeom>
              <a:solidFill>
                <a:srgbClr val="91634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1322291" y="675392"/>
                <a:ext cx="39212" cy="19607"/>
              </a:xfrm>
              <a:custGeom>
                <a:avLst/>
                <a:gdLst/>
                <a:ahLst/>
                <a:cxnLst/>
                <a:rect l="l" t="t" r="r" b="b"/>
                <a:pathLst>
                  <a:path w="14" h="7" extrusionOk="0">
                    <a:moveTo>
                      <a:pt x="14" y="0"/>
                    </a:moveTo>
                    <a:lnTo>
                      <a:pt x="0" y="0"/>
                    </a:lnTo>
                    <a:lnTo>
                      <a:pt x="14" y="7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4392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"/>
              <a:buNone/>
              <a:defRPr sz="3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3" r:id="rId6"/>
    <p:sldLayoutId id="2147483664" r:id="rId7"/>
    <p:sldLayoutId id="2147483666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hnsnowlabs.com/medical-chatbot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aisel.aisnet.org/cgi/viewcontent.cgi?article=1281&amp;context=hicss-57" TargetMode="External"/><Relationship Id="rId4" Type="http://schemas.openxmlformats.org/officeDocument/2006/relationships/hyperlink" Target="https://topflightapps.com/ideas/chatgpt-in-healthcare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hnsnowlabs.com/medical-chatbo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matellio.com/blog/medical-ai-chatbot-development/" TargetMode="External"/><Relationship Id="rId4" Type="http://schemas.openxmlformats.org/officeDocument/2006/relationships/hyperlink" Target="https://topflightapps.com/ideas/chatgpt-in-healthcare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>
            <a:spLocks noGrp="1"/>
          </p:cNvSpPr>
          <p:nvPr>
            <p:ph type="ctrTitle"/>
          </p:nvPr>
        </p:nvSpPr>
        <p:spPr>
          <a:xfrm>
            <a:off x="211015" y="975823"/>
            <a:ext cx="5329496" cy="15376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Chatbot using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Augmented Generation (RAG)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7" name="Google Shape;447;p28"/>
          <p:cNvSpPr txBox="1">
            <a:spLocks noGrp="1"/>
          </p:cNvSpPr>
          <p:nvPr>
            <p:ph type="subTitle" idx="1"/>
          </p:nvPr>
        </p:nvSpPr>
        <p:spPr>
          <a:xfrm>
            <a:off x="847113" y="3133473"/>
            <a:ext cx="5462503" cy="1358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Team Everest: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Aayush Lamsal –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&amp; Documentation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Kapileshwor Ray Amat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API Building &amp; Data Processing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Sujan Maharjan </a:t>
            </a:r>
            <a:r>
              <a:rPr lang="e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LLM Integration &amp; Response Generation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8" name="Google Shape;448;p28"/>
          <p:cNvGrpSpPr/>
          <p:nvPr/>
        </p:nvGrpSpPr>
        <p:grpSpPr>
          <a:xfrm>
            <a:off x="5510716" y="813523"/>
            <a:ext cx="2918183" cy="3563253"/>
            <a:chOff x="5510716" y="813523"/>
            <a:chExt cx="2918183" cy="3563253"/>
          </a:xfrm>
        </p:grpSpPr>
        <p:grpSp>
          <p:nvGrpSpPr>
            <p:cNvPr id="449" name="Google Shape;449;p28"/>
            <p:cNvGrpSpPr/>
            <p:nvPr/>
          </p:nvGrpSpPr>
          <p:grpSpPr>
            <a:xfrm>
              <a:off x="5689100" y="1251675"/>
              <a:ext cx="2739800" cy="3125101"/>
              <a:chOff x="6016800" y="1068375"/>
              <a:chExt cx="2739800" cy="3125101"/>
            </a:xfrm>
          </p:grpSpPr>
          <p:sp>
            <p:nvSpPr>
              <p:cNvPr id="450" name="Google Shape;450;p28"/>
              <p:cNvSpPr/>
              <p:nvPr/>
            </p:nvSpPr>
            <p:spPr>
              <a:xfrm>
                <a:off x="7000525" y="1275929"/>
                <a:ext cx="1756075" cy="2917547"/>
              </a:xfrm>
              <a:custGeom>
                <a:avLst/>
                <a:gdLst/>
                <a:ahLst/>
                <a:cxnLst/>
                <a:rect l="l" t="t" r="r" b="b"/>
                <a:pathLst>
                  <a:path w="559" h="930" extrusionOk="0">
                    <a:moveTo>
                      <a:pt x="36" y="930"/>
                    </a:moveTo>
                    <a:cubicBezTo>
                      <a:pt x="523" y="930"/>
                      <a:pt x="523" y="930"/>
                      <a:pt x="523" y="930"/>
                    </a:cubicBezTo>
                    <a:cubicBezTo>
                      <a:pt x="543" y="930"/>
                      <a:pt x="559" y="914"/>
                      <a:pt x="559" y="894"/>
                    </a:cubicBezTo>
                    <a:cubicBezTo>
                      <a:pt x="559" y="36"/>
                      <a:pt x="559" y="36"/>
                      <a:pt x="559" y="36"/>
                    </a:cubicBezTo>
                    <a:cubicBezTo>
                      <a:pt x="559" y="16"/>
                      <a:pt x="543" y="0"/>
                      <a:pt x="523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894"/>
                      <a:pt x="0" y="894"/>
                      <a:pt x="0" y="894"/>
                    </a:cubicBezTo>
                    <a:cubicBezTo>
                      <a:pt x="0" y="914"/>
                      <a:pt x="16" y="930"/>
                      <a:pt x="36" y="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>
                <a:off x="7000525" y="1068375"/>
                <a:ext cx="1756075" cy="3056704"/>
              </a:xfrm>
              <a:custGeom>
                <a:avLst/>
                <a:gdLst/>
                <a:ahLst/>
                <a:cxnLst/>
                <a:rect l="l" t="t" r="r" b="b"/>
                <a:pathLst>
                  <a:path w="559" h="974" extrusionOk="0">
                    <a:moveTo>
                      <a:pt x="26" y="974"/>
                    </a:moveTo>
                    <a:cubicBezTo>
                      <a:pt x="533" y="974"/>
                      <a:pt x="533" y="974"/>
                      <a:pt x="533" y="974"/>
                    </a:cubicBezTo>
                    <a:cubicBezTo>
                      <a:pt x="547" y="974"/>
                      <a:pt x="559" y="963"/>
                      <a:pt x="559" y="948"/>
                    </a:cubicBezTo>
                    <a:cubicBezTo>
                      <a:pt x="559" y="26"/>
                      <a:pt x="559" y="26"/>
                      <a:pt x="559" y="26"/>
                    </a:cubicBezTo>
                    <a:cubicBezTo>
                      <a:pt x="559" y="12"/>
                      <a:pt x="547" y="0"/>
                      <a:pt x="533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948"/>
                      <a:pt x="0" y="948"/>
                      <a:pt x="0" y="948"/>
                    </a:cubicBezTo>
                    <a:cubicBezTo>
                      <a:pt x="0" y="963"/>
                      <a:pt x="11" y="974"/>
                      <a:pt x="26" y="9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>
                <a:off x="7018350" y="1695750"/>
                <a:ext cx="1716900" cy="2040000"/>
              </a:xfrm>
              <a:prstGeom prst="rect">
                <a:avLst/>
              </a:prstGeom>
              <a:solidFill>
                <a:srgbClr val="FFFFFF">
                  <a:alpha val="8563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>
                <a:off x="7023066" y="1377348"/>
                <a:ext cx="1714800" cy="28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>
                <a:off x="7181088" y="1443388"/>
                <a:ext cx="1021254" cy="134438"/>
              </a:xfrm>
              <a:custGeom>
                <a:avLst/>
                <a:gdLst/>
                <a:ahLst/>
                <a:cxnLst/>
                <a:rect l="l" t="t" r="r" b="b"/>
                <a:pathLst>
                  <a:path w="326" h="43" extrusionOk="0">
                    <a:moveTo>
                      <a:pt x="22" y="43"/>
                    </a:moveTo>
                    <a:cubicBezTo>
                      <a:pt x="305" y="43"/>
                      <a:pt x="305" y="43"/>
                      <a:pt x="305" y="43"/>
                    </a:cubicBezTo>
                    <a:cubicBezTo>
                      <a:pt x="317" y="43"/>
                      <a:pt x="326" y="33"/>
                      <a:pt x="326" y="21"/>
                    </a:cubicBezTo>
                    <a:cubicBezTo>
                      <a:pt x="326" y="9"/>
                      <a:pt x="317" y="0"/>
                      <a:pt x="305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33"/>
                      <a:pt x="10" y="43"/>
                      <a:pt x="22" y="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>
                <a:off x="7506568" y="3851484"/>
                <a:ext cx="754737" cy="150948"/>
              </a:xfrm>
              <a:custGeom>
                <a:avLst/>
                <a:gdLst/>
                <a:ahLst/>
                <a:cxnLst/>
                <a:rect l="l" t="t" r="r" b="b"/>
                <a:pathLst>
                  <a:path w="241" h="48" extrusionOk="0">
                    <a:moveTo>
                      <a:pt x="24" y="48"/>
                    </a:moveTo>
                    <a:cubicBezTo>
                      <a:pt x="217" y="48"/>
                      <a:pt x="217" y="48"/>
                      <a:pt x="217" y="48"/>
                    </a:cubicBezTo>
                    <a:cubicBezTo>
                      <a:pt x="230" y="48"/>
                      <a:pt x="241" y="37"/>
                      <a:pt x="241" y="24"/>
                    </a:cubicBezTo>
                    <a:cubicBezTo>
                      <a:pt x="241" y="10"/>
                      <a:pt x="230" y="0"/>
                      <a:pt x="217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0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>
                <a:off x="7572607" y="1186303"/>
                <a:ext cx="617941" cy="49529"/>
              </a:xfrm>
              <a:custGeom>
                <a:avLst/>
                <a:gdLst/>
                <a:ahLst/>
                <a:cxnLst/>
                <a:rect l="l" t="t" r="r" b="b"/>
                <a:pathLst>
                  <a:path w="197" h="16" extrusionOk="0">
                    <a:moveTo>
                      <a:pt x="8" y="16"/>
                    </a:moveTo>
                    <a:cubicBezTo>
                      <a:pt x="189" y="16"/>
                      <a:pt x="189" y="16"/>
                      <a:pt x="189" y="16"/>
                    </a:cubicBezTo>
                    <a:cubicBezTo>
                      <a:pt x="193" y="16"/>
                      <a:pt x="197" y="13"/>
                      <a:pt x="197" y="8"/>
                    </a:cubicBezTo>
                    <a:cubicBezTo>
                      <a:pt x="197" y="4"/>
                      <a:pt x="193" y="0"/>
                      <a:pt x="18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4"/>
                      <a:pt x="0" y="8"/>
                    </a:cubicBezTo>
                    <a:cubicBezTo>
                      <a:pt x="0" y="13"/>
                      <a:pt x="3" y="16"/>
                      <a:pt x="8" y="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>
                <a:off x="8584426" y="1186303"/>
                <a:ext cx="54300" cy="49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8492442" y="1186303"/>
                <a:ext cx="54300" cy="495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7501851" y="1608488"/>
                <a:ext cx="2359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" h="2" extrusionOk="0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2"/>
                      <a:pt x="0" y="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7A2B0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6883910" y="2813715"/>
                <a:ext cx="7076" cy="2358"/>
              </a:xfrm>
              <a:custGeom>
                <a:avLst/>
                <a:gdLst/>
                <a:ahLst/>
                <a:cxnLst/>
                <a:rect l="l" t="t" r="r" b="b"/>
                <a:pathLst>
                  <a:path w="2" h="1" extrusionOk="0">
                    <a:moveTo>
                      <a:pt x="2" y="0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rgbClr val="224B5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8"/>
              <p:cNvSpPr/>
              <p:nvPr/>
            </p:nvSpPr>
            <p:spPr>
              <a:xfrm>
                <a:off x="8405132" y="2955229"/>
                <a:ext cx="320763" cy="780683"/>
              </a:xfrm>
              <a:custGeom>
                <a:avLst/>
                <a:gdLst/>
                <a:ahLst/>
                <a:cxnLst/>
                <a:rect l="l" t="t" r="r" b="b"/>
                <a:pathLst>
                  <a:path w="136" h="331" extrusionOk="0">
                    <a:moveTo>
                      <a:pt x="136" y="331"/>
                    </a:moveTo>
                    <a:lnTo>
                      <a:pt x="61" y="331"/>
                    </a:lnTo>
                    <a:lnTo>
                      <a:pt x="0" y="56"/>
                    </a:lnTo>
                    <a:lnTo>
                      <a:pt x="14" y="44"/>
                    </a:lnTo>
                    <a:lnTo>
                      <a:pt x="70" y="0"/>
                    </a:lnTo>
                    <a:lnTo>
                      <a:pt x="75" y="29"/>
                    </a:lnTo>
                    <a:lnTo>
                      <a:pt x="136" y="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8"/>
              <p:cNvSpPr/>
              <p:nvPr/>
            </p:nvSpPr>
            <p:spPr>
              <a:xfrm>
                <a:off x="8280128" y="2792488"/>
                <a:ext cx="289800" cy="294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8"/>
              <p:cNvSpPr/>
              <p:nvPr/>
            </p:nvSpPr>
            <p:spPr>
              <a:xfrm>
                <a:off x="7650396" y="1988216"/>
                <a:ext cx="823135" cy="672191"/>
              </a:xfrm>
              <a:custGeom>
                <a:avLst/>
                <a:gdLst/>
                <a:ahLst/>
                <a:cxnLst/>
                <a:rect l="l" t="t" r="r" b="b"/>
                <a:pathLst>
                  <a:path w="263" h="214" extrusionOk="0">
                    <a:moveTo>
                      <a:pt x="238" y="214"/>
                    </a:moveTo>
                    <a:cubicBezTo>
                      <a:pt x="25" y="214"/>
                      <a:pt x="25" y="214"/>
                      <a:pt x="25" y="214"/>
                    </a:cubicBezTo>
                    <a:cubicBezTo>
                      <a:pt x="12" y="214"/>
                      <a:pt x="0" y="203"/>
                      <a:pt x="0" y="19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11"/>
                      <a:pt x="12" y="0"/>
                      <a:pt x="25" y="0"/>
                    </a:cubicBezTo>
                    <a:cubicBezTo>
                      <a:pt x="238" y="0"/>
                      <a:pt x="238" y="0"/>
                      <a:pt x="238" y="0"/>
                    </a:cubicBezTo>
                    <a:cubicBezTo>
                      <a:pt x="252" y="0"/>
                      <a:pt x="263" y="11"/>
                      <a:pt x="263" y="24"/>
                    </a:cubicBezTo>
                    <a:cubicBezTo>
                      <a:pt x="263" y="190"/>
                      <a:pt x="263" y="190"/>
                      <a:pt x="263" y="190"/>
                    </a:cubicBezTo>
                    <a:cubicBezTo>
                      <a:pt x="263" y="203"/>
                      <a:pt x="252" y="214"/>
                      <a:pt x="238" y="2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8"/>
              <p:cNvSpPr/>
              <p:nvPr/>
            </p:nvSpPr>
            <p:spPr>
              <a:xfrm>
                <a:off x="7482938" y="2297189"/>
                <a:ext cx="89625" cy="8254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7" extrusionOk="0">
                    <a:moveTo>
                      <a:pt x="16" y="27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5" y="27"/>
                      <a:pt x="0" y="22"/>
                      <a:pt x="0" y="1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23" y="0"/>
                      <a:pt x="28" y="5"/>
                      <a:pt x="28" y="11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2"/>
                      <a:pt x="23" y="27"/>
                      <a:pt x="16" y="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28"/>
              <p:cNvSpPr/>
              <p:nvPr/>
            </p:nvSpPr>
            <p:spPr>
              <a:xfrm>
                <a:off x="8551362" y="2297189"/>
                <a:ext cx="87267" cy="8254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7" extrusionOk="0">
                    <a:moveTo>
                      <a:pt x="17" y="27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6" y="27"/>
                      <a:pt x="0" y="22"/>
                      <a:pt x="0" y="16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3" y="0"/>
                      <a:pt x="28" y="5"/>
                      <a:pt x="28" y="11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22"/>
                      <a:pt x="23" y="27"/>
                      <a:pt x="17" y="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8"/>
              <p:cNvSpPr/>
              <p:nvPr/>
            </p:nvSpPr>
            <p:spPr>
              <a:xfrm>
                <a:off x="8473530" y="2179261"/>
                <a:ext cx="122645" cy="311331"/>
              </a:xfrm>
              <a:custGeom>
                <a:avLst/>
                <a:gdLst/>
                <a:ahLst/>
                <a:cxnLst/>
                <a:rect l="l" t="t" r="r" b="b"/>
                <a:pathLst>
                  <a:path w="39" h="99" extrusionOk="0">
                    <a:moveTo>
                      <a:pt x="7" y="99"/>
                    </a:moveTo>
                    <a:cubicBezTo>
                      <a:pt x="0" y="99"/>
                      <a:pt x="0" y="99"/>
                      <a:pt x="0" y="9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25" y="0"/>
                      <a:pt x="39" y="15"/>
                      <a:pt x="39" y="33"/>
                    </a:cubicBezTo>
                    <a:cubicBezTo>
                      <a:pt x="39" y="67"/>
                      <a:pt x="39" y="67"/>
                      <a:pt x="39" y="67"/>
                    </a:cubicBezTo>
                    <a:cubicBezTo>
                      <a:pt x="39" y="84"/>
                      <a:pt x="25" y="99"/>
                      <a:pt x="7" y="9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8"/>
              <p:cNvSpPr/>
              <p:nvPr/>
            </p:nvSpPr>
            <p:spPr>
              <a:xfrm>
                <a:off x="7527751" y="2179261"/>
                <a:ext cx="122645" cy="311331"/>
              </a:xfrm>
              <a:custGeom>
                <a:avLst/>
                <a:gdLst/>
                <a:ahLst/>
                <a:cxnLst/>
                <a:rect l="l" t="t" r="r" b="b"/>
                <a:pathLst>
                  <a:path w="39" h="99" extrusionOk="0">
                    <a:moveTo>
                      <a:pt x="39" y="0"/>
                    </a:moveTo>
                    <a:cubicBezTo>
                      <a:pt x="39" y="99"/>
                      <a:pt x="39" y="99"/>
                      <a:pt x="39" y="99"/>
                    </a:cubicBezTo>
                    <a:cubicBezTo>
                      <a:pt x="36" y="99"/>
                      <a:pt x="33" y="98"/>
                      <a:pt x="29" y="98"/>
                    </a:cubicBezTo>
                    <a:cubicBezTo>
                      <a:pt x="12" y="93"/>
                      <a:pt x="0" y="78"/>
                      <a:pt x="0" y="6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29"/>
                      <a:pt x="4" y="19"/>
                      <a:pt x="12" y="12"/>
                    </a:cubicBezTo>
                    <a:cubicBezTo>
                      <a:pt x="16" y="7"/>
                      <a:pt x="23" y="4"/>
                      <a:pt x="29" y="2"/>
                    </a:cubicBezTo>
                    <a:cubicBezTo>
                      <a:pt x="33" y="1"/>
                      <a:pt x="36" y="0"/>
                      <a:pt x="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28"/>
              <p:cNvSpPr/>
              <p:nvPr/>
            </p:nvSpPr>
            <p:spPr>
              <a:xfrm>
                <a:off x="7782475" y="2146241"/>
                <a:ext cx="146230" cy="183968"/>
              </a:xfrm>
              <a:custGeom>
                <a:avLst/>
                <a:gdLst/>
                <a:ahLst/>
                <a:cxnLst/>
                <a:rect l="l" t="t" r="r" b="b"/>
                <a:pathLst>
                  <a:path w="47" h="59" extrusionOk="0">
                    <a:moveTo>
                      <a:pt x="23" y="59"/>
                    </a:moveTo>
                    <a:cubicBezTo>
                      <a:pt x="10" y="59"/>
                      <a:pt x="0" y="49"/>
                      <a:pt x="0" y="3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ubicBezTo>
                      <a:pt x="36" y="0"/>
                      <a:pt x="47" y="10"/>
                      <a:pt x="47" y="23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49"/>
                      <a:pt x="36" y="59"/>
                      <a:pt x="23" y="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28"/>
              <p:cNvSpPr/>
              <p:nvPr/>
            </p:nvSpPr>
            <p:spPr>
              <a:xfrm>
                <a:off x="7796626" y="2165109"/>
                <a:ext cx="113210" cy="146231"/>
              </a:xfrm>
              <a:custGeom>
                <a:avLst/>
                <a:gdLst/>
                <a:ahLst/>
                <a:cxnLst/>
                <a:rect l="l" t="t" r="r" b="b"/>
                <a:pathLst>
                  <a:path w="36" h="47" extrusionOk="0">
                    <a:moveTo>
                      <a:pt x="18" y="47"/>
                    </a:moveTo>
                    <a:cubicBezTo>
                      <a:pt x="8" y="47"/>
                      <a:pt x="0" y="39"/>
                      <a:pt x="0" y="3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7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9"/>
                      <a:pt x="28" y="47"/>
                      <a:pt x="18" y="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7815495" y="2179261"/>
                <a:ext cx="75474" cy="117928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extrusionOk="0">
                    <a:moveTo>
                      <a:pt x="24" y="12"/>
                    </a:move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31"/>
                      <a:pt x="19" y="37"/>
                      <a:pt x="12" y="37"/>
                    </a:cubicBezTo>
                    <a:cubicBezTo>
                      <a:pt x="8" y="37"/>
                      <a:pt x="4" y="34"/>
                      <a:pt x="2" y="31"/>
                    </a:cubicBezTo>
                    <a:cubicBezTo>
                      <a:pt x="1" y="29"/>
                      <a:pt x="0" y="27"/>
                      <a:pt x="0" y="2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6" y="0"/>
                      <a:pt x="12" y="0"/>
                    </a:cubicBezTo>
                    <a:cubicBezTo>
                      <a:pt x="15" y="0"/>
                      <a:pt x="18" y="2"/>
                      <a:pt x="21" y="4"/>
                    </a:cubicBezTo>
                    <a:cubicBezTo>
                      <a:pt x="21" y="5"/>
                      <a:pt x="22" y="5"/>
                      <a:pt x="22" y="6"/>
                    </a:cubicBezTo>
                    <a:cubicBezTo>
                      <a:pt x="23" y="8"/>
                      <a:pt x="24" y="10"/>
                      <a:pt x="2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>
                <a:off x="8197580" y="2146241"/>
                <a:ext cx="150947" cy="183968"/>
              </a:xfrm>
              <a:custGeom>
                <a:avLst/>
                <a:gdLst/>
                <a:ahLst/>
                <a:cxnLst/>
                <a:rect l="l" t="t" r="r" b="b"/>
                <a:pathLst>
                  <a:path w="48" h="59" extrusionOk="0">
                    <a:moveTo>
                      <a:pt x="24" y="59"/>
                    </a:moveTo>
                    <a:cubicBezTo>
                      <a:pt x="11" y="59"/>
                      <a:pt x="0" y="49"/>
                      <a:pt x="0" y="36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1" y="0"/>
                      <a:pt x="24" y="0"/>
                    </a:cubicBezTo>
                    <a:cubicBezTo>
                      <a:pt x="37" y="0"/>
                      <a:pt x="48" y="10"/>
                      <a:pt x="48" y="23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49"/>
                      <a:pt x="37" y="59"/>
                      <a:pt x="24" y="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8216448" y="2165109"/>
                <a:ext cx="113210" cy="146231"/>
              </a:xfrm>
              <a:custGeom>
                <a:avLst/>
                <a:gdLst/>
                <a:ahLst/>
                <a:cxnLst/>
                <a:rect l="l" t="t" r="r" b="b"/>
                <a:pathLst>
                  <a:path w="36" h="47" extrusionOk="0">
                    <a:moveTo>
                      <a:pt x="18" y="47"/>
                    </a:moveTo>
                    <a:cubicBezTo>
                      <a:pt x="8" y="47"/>
                      <a:pt x="0" y="39"/>
                      <a:pt x="0" y="3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7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6" y="39"/>
                      <a:pt x="28" y="47"/>
                      <a:pt x="18" y="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8235317" y="2179261"/>
                <a:ext cx="75474" cy="117928"/>
              </a:xfrm>
              <a:custGeom>
                <a:avLst/>
                <a:gdLst/>
                <a:ahLst/>
                <a:cxnLst/>
                <a:rect l="l" t="t" r="r" b="b"/>
                <a:pathLst>
                  <a:path w="24" h="37" extrusionOk="0">
                    <a:moveTo>
                      <a:pt x="24" y="12"/>
                    </a:move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31"/>
                      <a:pt x="19" y="37"/>
                      <a:pt x="12" y="37"/>
                    </a:cubicBezTo>
                    <a:cubicBezTo>
                      <a:pt x="8" y="37"/>
                      <a:pt x="4" y="34"/>
                      <a:pt x="2" y="31"/>
                    </a:cubicBezTo>
                    <a:cubicBezTo>
                      <a:pt x="1" y="29"/>
                      <a:pt x="0" y="27"/>
                      <a:pt x="0" y="2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5" y="0"/>
                      <a:pt x="18" y="2"/>
                      <a:pt x="20" y="4"/>
                    </a:cubicBezTo>
                    <a:cubicBezTo>
                      <a:pt x="21" y="5"/>
                      <a:pt x="22" y="5"/>
                      <a:pt x="22" y="6"/>
                    </a:cubicBezTo>
                    <a:cubicBezTo>
                      <a:pt x="23" y="8"/>
                      <a:pt x="24" y="10"/>
                      <a:pt x="24" y="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8"/>
              <p:cNvSpPr/>
              <p:nvPr/>
            </p:nvSpPr>
            <p:spPr>
              <a:xfrm>
                <a:off x="8046633" y="1785379"/>
                <a:ext cx="28500" cy="202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>
                <a:off x="7938139" y="2660409"/>
                <a:ext cx="247649" cy="68398"/>
              </a:xfrm>
              <a:custGeom>
                <a:avLst/>
                <a:gdLst/>
                <a:ahLst/>
                <a:cxnLst/>
                <a:rect l="l" t="t" r="r" b="b"/>
                <a:pathLst>
                  <a:path w="79" h="22" extrusionOk="0">
                    <a:moveTo>
                      <a:pt x="70" y="22"/>
                    </a:moveTo>
                    <a:cubicBezTo>
                      <a:pt x="9" y="22"/>
                      <a:pt x="9" y="22"/>
                      <a:pt x="9" y="22"/>
                    </a:cubicBezTo>
                    <a:cubicBezTo>
                      <a:pt x="4" y="22"/>
                      <a:pt x="0" y="18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5" y="0"/>
                      <a:pt x="79" y="4"/>
                      <a:pt x="79" y="9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79" y="18"/>
                      <a:pt x="75" y="22"/>
                      <a:pt x="70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7938139" y="2726448"/>
                <a:ext cx="247649" cy="68398"/>
              </a:xfrm>
              <a:custGeom>
                <a:avLst/>
                <a:gdLst/>
                <a:ahLst/>
                <a:cxnLst/>
                <a:rect l="l" t="t" r="r" b="b"/>
                <a:pathLst>
                  <a:path w="79" h="22" extrusionOk="0">
                    <a:moveTo>
                      <a:pt x="70" y="22"/>
                    </a:moveTo>
                    <a:cubicBezTo>
                      <a:pt x="9" y="22"/>
                      <a:pt x="9" y="22"/>
                      <a:pt x="9" y="22"/>
                    </a:cubicBezTo>
                    <a:cubicBezTo>
                      <a:pt x="4" y="22"/>
                      <a:pt x="0" y="18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5" y="0"/>
                      <a:pt x="79" y="4"/>
                      <a:pt x="79" y="9"/>
                    </a:cubicBezTo>
                    <a:cubicBezTo>
                      <a:pt x="79" y="13"/>
                      <a:pt x="79" y="13"/>
                      <a:pt x="79" y="13"/>
                    </a:cubicBezTo>
                    <a:cubicBezTo>
                      <a:pt x="79" y="18"/>
                      <a:pt x="75" y="22"/>
                      <a:pt x="70" y="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8"/>
              <p:cNvSpPr/>
              <p:nvPr/>
            </p:nvSpPr>
            <p:spPr>
              <a:xfrm>
                <a:off x="7697567" y="2575500"/>
                <a:ext cx="40200" cy="37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>
                <a:off x="7697567" y="2028313"/>
                <a:ext cx="40200" cy="4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8"/>
              <p:cNvSpPr/>
              <p:nvPr/>
            </p:nvSpPr>
            <p:spPr>
              <a:xfrm>
                <a:off x="7619734" y="2179261"/>
                <a:ext cx="30662" cy="311331"/>
              </a:xfrm>
              <a:custGeom>
                <a:avLst/>
                <a:gdLst/>
                <a:ahLst/>
                <a:cxnLst/>
                <a:rect l="l" t="t" r="r" b="b"/>
                <a:pathLst>
                  <a:path w="10" h="99" extrusionOk="0">
                    <a:moveTo>
                      <a:pt x="10" y="0"/>
                    </a:moveTo>
                    <a:cubicBezTo>
                      <a:pt x="10" y="99"/>
                      <a:pt x="10" y="99"/>
                      <a:pt x="10" y="99"/>
                    </a:cubicBezTo>
                    <a:cubicBezTo>
                      <a:pt x="7" y="99"/>
                      <a:pt x="4" y="98"/>
                      <a:pt x="0" y="98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1"/>
                      <a:pt x="7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8"/>
              <p:cNvSpPr/>
              <p:nvPr/>
            </p:nvSpPr>
            <p:spPr>
              <a:xfrm>
                <a:off x="8473530" y="2179261"/>
                <a:ext cx="30662" cy="311331"/>
              </a:xfrm>
              <a:custGeom>
                <a:avLst/>
                <a:gdLst/>
                <a:ahLst/>
                <a:cxnLst/>
                <a:rect l="l" t="t" r="r" b="b"/>
                <a:pathLst>
                  <a:path w="10" h="99" extrusionOk="0">
                    <a:moveTo>
                      <a:pt x="0" y="0"/>
                    </a:moveTo>
                    <a:cubicBezTo>
                      <a:pt x="0" y="99"/>
                      <a:pt x="0" y="99"/>
                      <a:pt x="0" y="99"/>
                    </a:cubicBezTo>
                    <a:cubicBezTo>
                      <a:pt x="3" y="99"/>
                      <a:pt x="7" y="98"/>
                      <a:pt x="10" y="98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7" y="1"/>
                      <a:pt x="3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8"/>
              <p:cNvSpPr/>
              <p:nvPr/>
            </p:nvSpPr>
            <p:spPr>
              <a:xfrm>
                <a:off x="7997102" y="1693396"/>
                <a:ext cx="134400" cy="132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8015971" y="1709905"/>
                <a:ext cx="96600" cy="96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8"/>
              <p:cNvSpPr/>
              <p:nvPr/>
            </p:nvSpPr>
            <p:spPr>
              <a:xfrm>
                <a:off x="7702275" y="2792500"/>
                <a:ext cx="750025" cy="94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01" extrusionOk="0">
                    <a:moveTo>
                      <a:pt x="239" y="301"/>
                    </a:moveTo>
                    <a:cubicBezTo>
                      <a:pt x="0" y="301"/>
                      <a:pt x="0" y="301"/>
                      <a:pt x="0" y="301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9"/>
                      <a:pt x="6" y="0"/>
                      <a:pt x="18" y="0"/>
                    </a:cubicBezTo>
                    <a:cubicBezTo>
                      <a:pt x="221" y="0"/>
                      <a:pt x="221" y="0"/>
                      <a:pt x="221" y="0"/>
                    </a:cubicBezTo>
                    <a:cubicBezTo>
                      <a:pt x="232" y="0"/>
                      <a:pt x="239" y="9"/>
                      <a:pt x="239" y="19"/>
                    </a:cubicBezTo>
                    <a:lnTo>
                      <a:pt x="239" y="30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8"/>
              <p:cNvSpPr/>
              <p:nvPr/>
            </p:nvSpPr>
            <p:spPr>
              <a:xfrm>
                <a:off x="8386264" y="2575500"/>
                <a:ext cx="37800" cy="37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8"/>
              <p:cNvSpPr/>
              <p:nvPr/>
            </p:nvSpPr>
            <p:spPr>
              <a:xfrm>
                <a:off x="8386264" y="2028313"/>
                <a:ext cx="37800" cy="42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>
                <a:off x="7843797" y="2417475"/>
                <a:ext cx="438691" cy="167457"/>
              </a:xfrm>
              <a:custGeom>
                <a:avLst/>
                <a:gdLst/>
                <a:ahLst/>
                <a:cxnLst/>
                <a:rect l="l" t="t" r="r" b="b"/>
                <a:pathLst>
                  <a:path w="140" h="53" extrusionOk="0">
                    <a:moveTo>
                      <a:pt x="70" y="53"/>
                    </a:moveTo>
                    <a:cubicBezTo>
                      <a:pt x="27" y="53"/>
                      <a:pt x="9" y="31"/>
                      <a:pt x="2" y="18"/>
                    </a:cubicBezTo>
                    <a:cubicBezTo>
                      <a:pt x="0" y="15"/>
                      <a:pt x="0" y="10"/>
                      <a:pt x="2" y="6"/>
                    </a:cubicBezTo>
                    <a:cubicBezTo>
                      <a:pt x="4" y="3"/>
                      <a:pt x="8" y="0"/>
                      <a:pt x="13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32" y="0"/>
                      <a:pt x="136" y="3"/>
                      <a:pt x="138" y="6"/>
                    </a:cubicBezTo>
                    <a:cubicBezTo>
                      <a:pt x="140" y="10"/>
                      <a:pt x="140" y="15"/>
                      <a:pt x="138" y="18"/>
                    </a:cubicBezTo>
                    <a:cubicBezTo>
                      <a:pt x="131" y="31"/>
                      <a:pt x="113" y="53"/>
                      <a:pt x="70" y="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8"/>
              <p:cNvSpPr/>
              <p:nvPr/>
            </p:nvSpPr>
            <p:spPr>
              <a:xfrm>
                <a:off x="7862666" y="2436344"/>
                <a:ext cx="400953" cy="12972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1" extrusionOk="0">
                    <a:moveTo>
                      <a:pt x="128" y="6"/>
                    </a:moveTo>
                    <a:cubicBezTo>
                      <a:pt x="128" y="7"/>
                      <a:pt x="128" y="9"/>
                      <a:pt x="127" y="10"/>
                    </a:cubicBezTo>
                    <a:cubicBezTo>
                      <a:pt x="126" y="12"/>
                      <a:pt x="125" y="14"/>
                      <a:pt x="123" y="17"/>
                    </a:cubicBezTo>
                    <a:cubicBezTo>
                      <a:pt x="114" y="28"/>
                      <a:pt x="97" y="41"/>
                      <a:pt x="64" y="41"/>
                    </a:cubicBezTo>
                    <a:cubicBezTo>
                      <a:pt x="32" y="41"/>
                      <a:pt x="15" y="28"/>
                      <a:pt x="6" y="17"/>
                    </a:cubicBezTo>
                    <a:cubicBezTo>
                      <a:pt x="4" y="14"/>
                      <a:pt x="2" y="12"/>
                      <a:pt x="1" y="10"/>
                    </a:cubicBezTo>
                    <a:cubicBezTo>
                      <a:pt x="0" y="9"/>
                      <a:pt x="0" y="7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25" y="0"/>
                      <a:pt x="128" y="3"/>
                      <a:pt x="128" y="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8"/>
              <p:cNvSpPr/>
              <p:nvPr/>
            </p:nvSpPr>
            <p:spPr>
              <a:xfrm>
                <a:off x="7744738" y="2839660"/>
                <a:ext cx="660394" cy="370294"/>
              </a:xfrm>
              <a:custGeom>
                <a:avLst/>
                <a:gdLst/>
                <a:ahLst/>
                <a:cxnLst/>
                <a:rect l="l" t="t" r="r" b="b"/>
                <a:pathLst>
                  <a:path w="211" h="118" extrusionOk="0">
                    <a:moveTo>
                      <a:pt x="162" y="118"/>
                    </a:moveTo>
                    <a:cubicBezTo>
                      <a:pt x="49" y="118"/>
                      <a:pt x="49" y="118"/>
                      <a:pt x="49" y="118"/>
                    </a:cubicBezTo>
                    <a:cubicBezTo>
                      <a:pt x="22" y="118"/>
                      <a:pt x="0" y="96"/>
                      <a:pt x="0" y="7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2" y="0"/>
                      <a:pt x="49" y="0"/>
                    </a:cubicBezTo>
                    <a:cubicBezTo>
                      <a:pt x="162" y="0"/>
                      <a:pt x="162" y="0"/>
                      <a:pt x="162" y="0"/>
                    </a:cubicBezTo>
                    <a:cubicBezTo>
                      <a:pt x="189" y="0"/>
                      <a:pt x="211" y="21"/>
                      <a:pt x="211" y="48"/>
                    </a:cubicBezTo>
                    <a:cubicBezTo>
                      <a:pt x="211" y="70"/>
                      <a:pt x="211" y="70"/>
                      <a:pt x="211" y="70"/>
                    </a:cubicBezTo>
                    <a:cubicBezTo>
                      <a:pt x="211" y="96"/>
                      <a:pt x="189" y="118"/>
                      <a:pt x="162" y="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7822569" y="2924568"/>
                <a:ext cx="507300" cy="18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7843797" y="2955229"/>
                <a:ext cx="441050" cy="122645"/>
              </a:xfrm>
              <a:custGeom>
                <a:avLst/>
                <a:gdLst/>
                <a:ahLst/>
                <a:cxnLst/>
                <a:rect l="l" t="t" r="r" b="b"/>
                <a:pathLst>
                  <a:path w="141" h="39" extrusionOk="0">
                    <a:moveTo>
                      <a:pt x="4" y="39"/>
                    </a:moveTo>
                    <a:cubicBezTo>
                      <a:pt x="3" y="39"/>
                      <a:pt x="2" y="39"/>
                      <a:pt x="1" y="38"/>
                    </a:cubicBezTo>
                    <a:cubicBezTo>
                      <a:pt x="0" y="37"/>
                      <a:pt x="0" y="34"/>
                      <a:pt x="1" y="33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2"/>
                      <a:pt x="25" y="12"/>
                      <a:pt x="26" y="13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2" y="0"/>
                      <a:pt x="75" y="0"/>
                      <a:pt x="76" y="1"/>
                    </a:cubicBezTo>
                    <a:cubicBezTo>
                      <a:pt x="103" y="28"/>
                      <a:pt x="103" y="28"/>
                      <a:pt x="103" y="28"/>
                    </a:cubicBezTo>
                    <a:cubicBezTo>
                      <a:pt x="122" y="10"/>
                      <a:pt x="122" y="10"/>
                      <a:pt x="122" y="10"/>
                    </a:cubicBezTo>
                    <a:cubicBezTo>
                      <a:pt x="123" y="9"/>
                      <a:pt x="125" y="9"/>
                      <a:pt x="127" y="10"/>
                    </a:cubicBezTo>
                    <a:cubicBezTo>
                      <a:pt x="139" y="22"/>
                      <a:pt x="139" y="22"/>
                      <a:pt x="139" y="22"/>
                    </a:cubicBezTo>
                    <a:cubicBezTo>
                      <a:pt x="141" y="24"/>
                      <a:pt x="141" y="26"/>
                      <a:pt x="139" y="28"/>
                    </a:cubicBezTo>
                    <a:cubicBezTo>
                      <a:pt x="138" y="29"/>
                      <a:pt x="135" y="29"/>
                      <a:pt x="134" y="28"/>
                    </a:cubicBezTo>
                    <a:cubicBezTo>
                      <a:pt x="124" y="18"/>
                      <a:pt x="124" y="18"/>
                      <a:pt x="124" y="18"/>
                    </a:cubicBezTo>
                    <a:cubicBezTo>
                      <a:pt x="106" y="37"/>
                      <a:pt x="106" y="37"/>
                      <a:pt x="106" y="37"/>
                    </a:cubicBezTo>
                    <a:cubicBezTo>
                      <a:pt x="104" y="38"/>
                      <a:pt x="102" y="38"/>
                      <a:pt x="100" y="37"/>
                    </a:cubicBezTo>
                    <a:cubicBezTo>
                      <a:pt x="73" y="9"/>
                      <a:pt x="73" y="9"/>
                      <a:pt x="73" y="9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9"/>
                      <a:pt x="41" y="39"/>
                      <a:pt x="40" y="38"/>
                    </a:cubicBezTo>
                    <a:cubicBezTo>
                      <a:pt x="23" y="22"/>
                      <a:pt x="23" y="22"/>
                      <a:pt x="23" y="22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6" y="39"/>
                      <a:pt x="5" y="39"/>
                      <a:pt x="4" y="3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8452303" y="3346751"/>
                <a:ext cx="259440" cy="261800"/>
              </a:xfrm>
              <a:custGeom>
                <a:avLst/>
                <a:gdLst/>
                <a:ahLst/>
                <a:cxnLst/>
                <a:rect l="l" t="t" r="r" b="b"/>
                <a:pathLst>
                  <a:path w="83" h="83" extrusionOk="0">
                    <a:moveTo>
                      <a:pt x="83" y="41"/>
                    </a:moveTo>
                    <a:cubicBezTo>
                      <a:pt x="83" y="64"/>
                      <a:pt x="65" y="83"/>
                      <a:pt x="42" y="83"/>
                    </a:cubicBezTo>
                    <a:cubicBezTo>
                      <a:pt x="40" y="83"/>
                      <a:pt x="38" y="82"/>
                      <a:pt x="37" y="82"/>
                    </a:cubicBezTo>
                    <a:cubicBezTo>
                      <a:pt x="16" y="80"/>
                      <a:pt x="0" y="62"/>
                      <a:pt x="0" y="41"/>
                    </a:cubicBezTo>
                    <a:cubicBezTo>
                      <a:pt x="0" y="27"/>
                      <a:pt x="8" y="14"/>
                      <a:pt x="19" y="6"/>
                    </a:cubicBezTo>
                    <a:cubicBezTo>
                      <a:pt x="25" y="2"/>
                      <a:pt x="33" y="0"/>
                      <a:pt x="42" y="0"/>
                    </a:cubicBezTo>
                    <a:cubicBezTo>
                      <a:pt x="65" y="0"/>
                      <a:pt x="83" y="18"/>
                      <a:pt x="83" y="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6836695" y="2436344"/>
                <a:ext cx="337273" cy="4269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36" extrusionOk="0">
                    <a:moveTo>
                      <a:pt x="72" y="120"/>
                    </a:moveTo>
                    <a:cubicBezTo>
                      <a:pt x="73" y="119"/>
                      <a:pt x="74" y="118"/>
                      <a:pt x="75" y="117"/>
                    </a:cubicBezTo>
                    <a:cubicBezTo>
                      <a:pt x="106" y="73"/>
                      <a:pt x="106" y="73"/>
                      <a:pt x="106" y="73"/>
                    </a:cubicBezTo>
                    <a:cubicBezTo>
                      <a:pt x="107" y="71"/>
                      <a:pt x="108" y="69"/>
                      <a:pt x="108" y="66"/>
                    </a:cubicBezTo>
                    <a:cubicBezTo>
                      <a:pt x="108" y="63"/>
                      <a:pt x="106" y="60"/>
                      <a:pt x="103" y="58"/>
                    </a:cubicBezTo>
                    <a:cubicBezTo>
                      <a:pt x="98" y="54"/>
                      <a:pt x="92" y="55"/>
                      <a:pt x="88" y="60"/>
                    </a:cubicBezTo>
                    <a:cubicBezTo>
                      <a:pt x="81" y="71"/>
                      <a:pt x="81" y="71"/>
                      <a:pt x="81" y="71"/>
                    </a:cubicBezTo>
                    <a:cubicBezTo>
                      <a:pt x="80" y="69"/>
                      <a:pt x="79" y="68"/>
                      <a:pt x="78" y="66"/>
                    </a:cubicBezTo>
                    <a:cubicBezTo>
                      <a:pt x="78" y="22"/>
                      <a:pt x="78" y="22"/>
                      <a:pt x="78" y="22"/>
                    </a:cubicBezTo>
                    <a:cubicBezTo>
                      <a:pt x="78" y="20"/>
                      <a:pt x="77" y="17"/>
                      <a:pt x="75" y="15"/>
                    </a:cubicBezTo>
                    <a:cubicBezTo>
                      <a:pt x="73" y="13"/>
                      <a:pt x="70" y="12"/>
                      <a:pt x="67" y="12"/>
                    </a:cubicBezTo>
                    <a:cubicBezTo>
                      <a:pt x="61" y="12"/>
                      <a:pt x="57" y="17"/>
                      <a:pt x="57" y="22"/>
                    </a:cubicBezTo>
                    <a:cubicBezTo>
                      <a:pt x="57" y="47"/>
                      <a:pt x="57" y="47"/>
                      <a:pt x="57" y="47"/>
                    </a:cubicBezTo>
                    <a:cubicBezTo>
                      <a:pt x="54" y="46"/>
                      <a:pt x="52" y="45"/>
                      <a:pt x="50" y="45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50" y="8"/>
                      <a:pt x="49" y="5"/>
                      <a:pt x="47" y="3"/>
                    </a:cubicBezTo>
                    <a:cubicBezTo>
                      <a:pt x="45" y="1"/>
                      <a:pt x="42" y="0"/>
                      <a:pt x="39" y="0"/>
                    </a:cubicBezTo>
                    <a:cubicBezTo>
                      <a:pt x="33" y="0"/>
                      <a:pt x="28" y="5"/>
                      <a:pt x="28" y="1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6" y="47"/>
                      <a:pt x="24" y="48"/>
                      <a:pt x="21" y="5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6"/>
                      <a:pt x="20" y="24"/>
                      <a:pt x="18" y="22"/>
                    </a:cubicBezTo>
                    <a:cubicBezTo>
                      <a:pt x="16" y="20"/>
                      <a:pt x="14" y="19"/>
                      <a:pt x="11" y="19"/>
                    </a:cubicBezTo>
                    <a:cubicBezTo>
                      <a:pt x="5" y="19"/>
                      <a:pt x="0" y="23"/>
                      <a:pt x="0" y="29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84"/>
                      <a:pt x="0" y="84"/>
                      <a:pt x="0" y="85"/>
                    </a:cubicBezTo>
                    <a:cubicBezTo>
                      <a:pt x="0" y="86"/>
                      <a:pt x="0" y="87"/>
                      <a:pt x="0" y="89"/>
                    </a:cubicBezTo>
                    <a:cubicBezTo>
                      <a:pt x="0" y="100"/>
                      <a:pt x="4" y="110"/>
                      <a:pt x="11" y="118"/>
                    </a:cubicBezTo>
                    <a:cubicBezTo>
                      <a:pt x="11" y="118"/>
                      <a:pt x="39" y="136"/>
                      <a:pt x="72" y="12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8"/>
              <p:cNvSpPr/>
              <p:nvPr/>
            </p:nvSpPr>
            <p:spPr>
              <a:xfrm>
                <a:off x="6869715" y="2806640"/>
                <a:ext cx="837287" cy="52596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67" extrusionOk="0">
                    <a:moveTo>
                      <a:pt x="267" y="3"/>
                    </a:moveTo>
                    <a:cubicBezTo>
                      <a:pt x="267" y="88"/>
                      <a:pt x="267" y="88"/>
                      <a:pt x="267" y="88"/>
                    </a:cubicBezTo>
                    <a:cubicBezTo>
                      <a:pt x="266" y="89"/>
                      <a:pt x="265" y="90"/>
                      <a:pt x="263" y="91"/>
                    </a:cubicBezTo>
                    <a:cubicBezTo>
                      <a:pt x="260" y="94"/>
                      <a:pt x="257" y="96"/>
                      <a:pt x="254" y="99"/>
                    </a:cubicBezTo>
                    <a:cubicBezTo>
                      <a:pt x="226" y="120"/>
                      <a:pt x="190" y="143"/>
                      <a:pt x="146" y="159"/>
                    </a:cubicBezTo>
                    <a:cubicBezTo>
                      <a:pt x="130" y="165"/>
                      <a:pt x="117" y="167"/>
                      <a:pt x="105" y="167"/>
                    </a:cubicBezTo>
                    <a:cubicBezTo>
                      <a:pt x="83" y="167"/>
                      <a:pt x="67" y="160"/>
                      <a:pt x="56" y="152"/>
                    </a:cubicBezTo>
                    <a:cubicBezTo>
                      <a:pt x="32" y="135"/>
                      <a:pt x="16" y="105"/>
                      <a:pt x="7" y="62"/>
                    </a:cubicBezTo>
                    <a:cubicBezTo>
                      <a:pt x="6" y="56"/>
                      <a:pt x="5" y="50"/>
                      <a:pt x="4" y="43"/>
                    </a:cubicBezTo>
                    <a:cubicBezTo>
                      <a:pt x="3" y="36"/>
                      <a:pt x="2" y="28"/>
                      <a:pt x="1" y="2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17"/>
                      <a:pt x="1" y="14"/>
                      <a:pt x="0" y="11"/>
                    </a:cubicBezTo>
                    <a:cubicBezTo>
                      <a:pt x="0" y="7"/>
                      <a:pt x="0" y="4"/>
                      <a:pt x="0" y="0"/>
                    </a:cubicBezTo>
                    <a:cubicBezTo>
                      <a:pt x="0" y="0"/>
                      <a:pt x="28" y="18"/>
                      <a:pt x="61" y="2"/>
                    </a:cubicBezTo>
                    <a:cubicBezTo>
                      <a:pt x="61" y="2"/>
                      <a:pt x="60" y="2"/>
                      <a:pt x="59" y="2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6"/>
                      <a:pt x="60" y="8"/>
                      <a:pt x="60" y="11"/>
                    </a:cubicBezTo>
                    <a:cubicBezTo>
                      <a:pt x="60" y="13"/>
                      <a:pt x="60" y="15"/>
                      <a:pt x="61" y="18"/>
                    </a:cubicBezTo>
                    <a:cubicBezTo>
                      <a:pt x="62" y="34"/>
                      <a:pt x="64" y="48"/>
                      <a:pt x="67" y="59"/>
                    </a:cubicBezTo>
                    <a:cubicBezTo>
                      <a:pt x="74" y="88"/>
                      <a:pt x="85" y="99"/>
                      <a:pt x="90" y="103"/>
                    </a:cubicBezTo>
                    <a:cubicBezTo>
                      <a:pt x="93" y="105"/>
                      <a:pt x="102" y="112"/>
                      <a:pt x="125" y="103"/>
                    </a:cubicBezTo>
                    <a:cubicBezTo>
                      <a:pt x="166" y="88"/>
                      <a:pt x="198" y="68"/>
                      <a:pt x="222" y="49"/>
                    </a:cubicBezTo>
                    <a:cubicBezTo>
                      <a:pt x="229" y="43"/>
                      <a:pt x="235" y="38"/>
                      <a:pt x="240" y="33"/>
                    </a:cubicBezTo>
                    <a:cubicBezTo>
                      <a:pt x="255" y="19"/>
                      <a:pt x="264" y="8"/>
                      <a:pt x="267" y="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8"/>
              <p:cNvSpPr/>
              <p:nvPr/>
            </p:nvSpPr>
            <p:spPr>
              <a:xfrm>
                <a:off x="7079627" y="3106177"/>
                <a:ext cx="259440" cy="259442"/>
              </a:xfrm>
              <a:custGeom>
                <a:avLst/>
                <a:gdLst/>
                <a:ahLst/>
                <a:cxnLst/>
                <a:rect l="l" t="t" r="r" b="b"/>
                <a:pathLst>
                  <a:path w="83" h="83" extrusionOk="0">
                    <a:moveTo>
                      <a:pt x="83" y="41"/>
                    </a:moveTo>
                    <a:cubicBezTo>
                      <a:pt x="83" y="44"/>
                      <a:pt x="83" y="46"/>
                      <a:pt x="82" y="48"/>
                    </a:cubicBezTo>
                    <a:cubicBezTo>
                      <a:pt x="79" y="68"/>
                      <a:pt x="62" y="83"/>
                      <a:pt x="41" y="83"/>
                    </a:cubicBezTo>
                    <a:cubicBezTo>
                      <a:pt x="20" y="83"/>
                      <a:pt x="3" y="67"/>
                      <a:pt x="0" y="47"/>
                    </a:cubicBezTo>
                    <a:cubicBezTo>
                      <a:pt x="0" y="45"/>
                      <a:pt x="0" y="43"/>
                      <a:pt x="0" y="41"/>
                    </a:cubicBezTo>
                    <a:cubicBezTo>
                      <a:pt x="0" y="19"/>
                      <a:pt x="19" y="0"/>
                      <a:pt x="41" y="0"/>
                    </a:cubicBezTo>
                    <a:cubicBezTo>
                      <a:pt x="64" y="0"/>
                      <a:pt x="83" y="19"/>
                      <a:pt x="83" y="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8"/>
              <p:cNvSpPr/>
              <p:nvPr/>
            </p:nvSpPr>
            <p:spPr>
              <a:xfrm>
                <a:off x="7596149" y="2792488"/>
                <a:ext cx="153306" cy="294820"/>
              </a:xfrm>
              <a:custGeom>
                <a:avLst/>
                <a:gdLst/>
                <a:ahLst/>
                <a:cxnLst/>
                <a:rect l="l" t="t" r="r" b="b"/>
                <a:pathLst>
                  <a:path w="49" h="94" extrusionOk="0">
                    <a:moveTo>
                      <a:pt x="49" y="0"/>
                    </a:moveTo>
                    <a:cubicBezTo>
                      <a:pt x="17" y="0"/>
                      <a:pt x="0" y="24"/>
                      <a:pt x="0" y="47"/>
                    </a:cubicBezTo>
                    <a:cubicBezTo>
                      <a:pt x="0" y="71"/>
                      <a:pt x="18" y="90"/>
                      <a:pt x="40" y="94"/>
                    </a:cubicBezTo>
                    <a:lnTo>
                      <a:pt x="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8"/>
              <p:cNvSpPr/>
              <p:nvPr/>
            </p:nvSpPr>
            <p:spPr>
              <a:xfrm>
                <a:off x="6893300" y="300240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313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8"/>
              <p:cNvSpPr/>
              <p:nvPr/>
            </p:nvSpPr>
            <p:spPr>
              <a:xfrm>
                <a:off x="6016800" y="1519024"/>
                <a:ext cx="1502398" cy="551904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76" extrusionOk="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6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59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8"/>
              <p:cNvSpPr/>
              <p:nvPr/>
            </p:nvSpPr>
            <p:spPr>
              <a:xfrm>
                <a:off x="6259731" y="1714786"/>
                <a:ext cx="867947" cy="23586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8"/>
              <p:cNvSpPr/>
              <p:nvPr/>
            </p:nvSpPr>
            <p:spPr>
              <a:xfrm>
                <a:off x="6259731" y="1806769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8"/>
              <p:cNvSpPr/>
              <p:nvPr/>
            </p:nvSpPr>
            <p:spPr>
              <a:xfrm>
                <a:off x="6259731" y="1901112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1" name="Google Shape;501;p28"/>
            <p:cNvGrpSpPr/>
            <p:nvPr/>
          </p:nvGrpSpPr>
          <p:grpSpPr>
            <a:xfrm>
              <a:off x="5510716" y="1004299"/>
              <a:ext cx="480545" cy="481555"/>
              <a:chOff x="5471892" y="3290059"/>
              <a:chExt cx="174300" cy="174654"/>
            </a:xfrm>
          </p:grpSpPr>
          <p:sp>
            <p:nvSpPr>
              <p:cNvPr id="502" name="Google Shape;502;p28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8"/>
              <p:cNvSpPr/>
              <p:nvPr/>
            </p:nvSpPr>
            <p:spPr>
              <a:xfrm>
                <a:off x="5529353" y="3328218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28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5" name="Google Shape;505;p28"/>
            <p:cNvGrpSpPr/>
            <p:nvPr/>
          </p:nvGrpSpPr>
          <p:grpSpPr>
            <a:xfrm>
              <a:off x="6200806" y="813523"/>
              <a:ext cx="243759" cy="244271"/>
              <a:chOff x="5471892" y="3290059"/>
              <a:chExt cx="174300" cy="174654"/>
            </a:xfrm>
          </p:grpSpPr>
          <p:sp>
            <p:nvSpPr>
              <p:cNvPr id="506" name="Google Shape;506;p28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28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28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28"/>
            <p:cNvGrpSpPr/>
            <p:nvPr/>
          </p:nvGrpSpPr>
          <p:grpSpPr>
            <a:xfrm>
              <a:off x="5914207" y="2530897"/>
              <a:ext cx="372601" cy="373357"/>
              <a:chOff x="5471892" y="3290059"/>
              <a:chExt cx="174300" cy="174654"/>
            </a:xfrm>
          </p:grpSpPr>
          <p:sp>
            <p:nvSpPr>
              <p:cNvPr id="510" name="Google Shape;510;p28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28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28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18" name="Google Shape;518;p29"/>
          <p:cNvGraphicFramePr/>
          <p:nvPr>
            <p:extLst>
              <p:ext uri="{D42A27DB-BD31-4B8C-83A1-F6EECF244321}">
                <p14:modId xmlns:p14="http://schemas.microsoft.com/office/powerpoint/2010/main" val="3228192833"/>
              </p:ext>
            </p:extLst>
          </p:nvPr>
        </p:nvGraphicFramePr>
        <p:xfrm>
          <a:off x="948599" y="1498358"/>
          <a:ext cx="4898285" cy="3129180"/>
        </p:xfrm>
        <a:graphic>
          <a:graphicData uri="http://schemas.openxmlformats.org/drawingml/2006/table">
            <a:tbl>
              <a:tblPr>
                <a:tableStyleId>{78B1EB91-987C-4D72-BB76-E49D15DE61A1}</a:tableStyleId>
              </a:tblPr>
              <a:tblGrid>
                <a:gridCol w="489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1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Inter"/>
                        </a:rPr>
                        <a:t>1. Introduction to the problem and its significance</a:t>
                      </a:r>
                      <a:endParaRPr sz="14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Inter"/>
                        </a:rPr>
                        <a:t>2. Related existing work</a:t>
                      </a:r>
                      <a:endParaRPr sz="14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Inter"/>
                        </a:rPr>
                        <a:t>3. Proposed approach and the AI technologies</a:t>
                      </a:r>
                      <a:endParaRPr sz="14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Inter"/>
                        </a:rPr>
                        <a:t>4. Project milestones</a:t>
                      </a:r>
                      <a:endParaRPr sz="14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Inter"/>
                          <a:cs typeface="Times New Roman" panose="02020603050405020304" pitchFamily="18" charset="0"/>
                          <a:sym typeface="Inter"/>
                        </a:rPr>
                        <a:t>5.</a:t>
                      </a:r>
                      <a:r>
                        <a:rPr lang="en-IN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Inter"/>
                          <a:cs typeface="Times New Roman" panose="02020603050405020304" pitchFamily="18" charset="0"/>
                          <a:sym typeface="Inter"/>
                        </a:rPr>
                        <a:t> Technology Stack</a:t>
                      </a:r>
                      <a:endParaRPr sz="14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783790508"/>
                  </a:ext>
                </a:extLst>
              </a:tr>
              <a:tr h="521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Inter"/>
                        </a:rPr>
                        <a:t>6. References</a:t>
                      </a:r>
                      <a:endParaRPr sz="14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nter"/>
                        <a:cs typeface="Times New Roman" panose="02020603050405020304" pitchFamily="18" charset="0"/>
                        <a:sym typeface="Inter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22" name="Google Shape;522;p29"/>
          <p:cNvGrpSpPr/>
          <p:nvPr/>
        </p:nvGrpSpPr>
        <p:grpSpPr>
          <a:xfrm>
            <a:off x="7381133" y="534994"/>
            <a:ext cx="1042869" cy="963363"/>
            <a:chOff x="7381133" y="534994"/>
            <a:chExt cx="1042869" cy="963363"/>
          </a:xfrm>
        </p:grpSpPr>
        <p:grpSp>
          <p:nvGrpSpPr>
            <p:cNvPr id="523" name="Google Shape;523;p29"/>
            <p:cNvGrpSpPr/>
            <p:nvPr/>
          </p:nvGrpSpPr>
          <p:grpSpPr>
            <a:xfrm>
              <a:off x="7488159" y="652914"/>
              <a:ext cx="935843" cy="343781"/>
              <a:chOff x="7020125" y="1702324"/>
              <a:chExt cx="1502398" cy="551904"/>
            </a:xfrm>
          </p:grpSpPr>
          <p:sp>
            <p:nvSpPr>
              <p:cNvPr id="524" name="Google Shape;524;p29"/>
              <p:cNvSpPr/>
              <p:nvPr/>
            </p:nvSpPr>
            <p:spPr>
              <a:xfrm>
                <a:off x="7020125" y="1702324"/>
                <a:ext cx="1502398" cy="551904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76" extrusionOk="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6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59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25" name="Google Shape;525;p29"/>
              <p:cNvSpPr/>
              <p:nvPr/>
            </p:nvSpPr>
            <p:spPr>
              <a:xfrm>
                <a:off x="7263056" y="1898086"/>
                <a:ext cx="867947" cy="23586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26" name="Google Shape;526;p29"/>
              <p:cNvSpPr/>
              <p:nvPr/>
            </p:nvSpPr>
            <p:spPr>
              <a:xfrm>
                <a:off x="7263056" y="1990069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27" name="Google Shape;527;p29"/>
              <p:cNvSpPr/>
              <p:nvPr/>
            </p:nvSpPr>
            <p:spPr>
              <a:xfrm>
                <a:off x="7263056" y="2084412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528" name="Google Shape;528;p29"/>
            <p:cNvGrpSpPr/>
            <p:nvPr/>
          </p:nvGrpSpPr>
          <p:grpSpPr>
            <a:xfrm flipH="1">
              <a:off x="7381133" y="1154577"/>
              <a:ext cx="935843" cy="343781"/>
              <a:chOff x="7020125" y="1702324"/>
              <a:chExt cx="1502398" cy="551904"/>
            </a:xfrm>
          </p:grpSpPr>
          <p:sp>
            <p:nvSpPr>
              <p:cNvPr id="529" name="Google Shape;529;p29"/>
              <p:cNvSpPr/>
              <p:nvPr/>
            </p:nvSpPr>
            <p:spPr>
              <a:xfrm>
                <a:off x="7020125" y="1702324"/>
                <a:ext cx="1502398" cy="551904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76" extrusionOk="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6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6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59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30" name="Google Shape;530;p29"/>
              <p:cNvSpPr/>
              <p:nvPr/>
            </p:nvSpPr>
            <p:spPr>
              <a:xfrm>
                <a:off x="7263056" y="1898086"/>
                <a:ext cx="867947" cy="23586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31" name="Google Shape;531;p29"/>
              <p:cNvSpPr/>
              <p:nvPr/>
            </p:nvSpPr>
            <p:spPr>
              <a:xfrm>
                <a:off x="7263056" y="1990069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7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7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7263056" y="2084412"/>
                <a:ext cx="867947" cy="2594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4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4" y="0"/>
                      <a:pt x="274" y="0"/>
                      <a:pt x="274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4" y="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533" name="Google Shape;533;p29"/>
            <p:cNvGrpSpPr/>
            <p:nvPr/>
          </p:nvGrpSpPr>
          <p:grpSpPr>
            <a:xfrm>
              <a:off x="7522856" y="534994"/>
              <a:ext cx="187187" cy="187536"/>
              <a:chOff x="8366386" y="859280"/>
              <a:chExt cx="345300" cy="346007"/>
            </a:xfrm>
          </p:grpSpPr>
          <p:sp>
            <p:nvSpPr>
              <p:cNvPr id="534" name="Google Shape;534;p29"/>
              <p:cNvSpPr/>
              <p:nvPr/>
            </p:nvSpPr>
            <p:spPr>
              <a:xfrm>
                <a:off x="8366386" y="859280"/>
                <a:ext cx="345300" cy="34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35" name="Google Shape;535;p29"/>
              <p:cNvSpPr/>
              <p:nvPr/>
            </p:nvSpPr>
            <p:spPr>
              <a:xfrm>
                <a:off x="8480210" y="934877"/>
                <a:ext cx="116477" cy="114111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36" name="Google Shape;536;p29"/>
              <p:cNvSpPr/>
              <p:nvPr/>
            </p:nvSpPr>
            <p:spPr>
              <a:xfrm>
                <a:off x="8467556" y="1070870"/>
                <a:ext cx="142281" cy="134417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grpSp>
          <p:nvGrpSpPr>
            <p:cNvPr id="537" name="Google Shape;537;p29"/>
            <p:cNvGrpSpPr/>
            <p:nvPr/>
          </p:nvGrpSpPr>
          <p:grpSpPr>
            <a:xfrm>
              <a:off x="8093731" y="1037619"/>
              <a:ext cx="187187" cy="187536"/>
              <a:chOff x="8366386" y="859280"/>
              <a:chExt cx="345300" cy="346007"/>
            </a:xfrm>
          </p:grpSpPr>
          <p:sp>
            <p:nvSpPr>
              <p:cNvPr id="538" name="Google Shape;538;p29"/>
              <p:cNvSpPr/>
              <p:nvPr/>
            </p:nvSpPr>
            <p:spPr>
              <a:xfrm>
                <a:off x="8366386" y="859280"/>
                <a:ext cx="345300" cy="34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39" name="Google Shape;539;p29"/>
              <p:cNvSpPr/>
              <p:nvPr/>
            </p:nvSpPr>
            <p:spPr>
              <a:xfrm>
                <a:off x="8480210" y="934877"/>
                <a:ext cx="116400" cy="114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540" name="Google Shape;540;p29"/>
              <p:cNvSpPr/>
              <p:nvPr/>
            </p:nvSpPr>
            <p:spPr>
              <a:xfrm>
                <a:off x="8467556" y="1070870"/>
                <a:ext cx="142281" cy="134417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Introduction to the problem and its significance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Google Shape;809;p34"/>
          <p:cNvSpPr txBox="1">
            <a:spLocks noGrp="1"/>
          </p:cNvSpPr>
          <p:nvPr>
            <p:ph type="subTitle" idx="2"/>
          </p:nvPr>
        </p:nvSpPr>
        <p:spPr>
          <a:xfrm>
            <a:off x="844623" y="1382350"/>
            <a:ext cx="5440290" cy="3233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hesitate to consult healthcare professionals for minor concerns or lack immediate access to medical advice.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is a medical chatbot designed to provide timely and accurate medical information based on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GALE </a:t>
            </a:r>
            <a:r>
              <a:rPr lang="en-IN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Encyclopedia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Medicine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Jacqueline L.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leverages a large language model and a custom medical knowledge base to assist users.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with medical queries, disease diagnosis, and medication suggestions. Enhances healthcare accessibility by serving as a preliminary resource for medical support.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5" name="Google Shape;815;p34"/>
          <p:cNvGrpSpPr/>
          <p:nvPr/>
        </p:nvGrpSpPr>
        <p:grpSpPr>
          <a:xfrm>
            <a:off x="6774006" y="1719388"/>
            <a:ext cx="1654854" cy="2546966"/>
            <a:chOff x="-2626734" y="1577166"/>
            <a:chExt cx="1108260" cy="1705710"/>
          </a:xfrm>
        </p:grpSpPr>
        <p:sp>
          <p:nvSpPr>
            <p:cNvPr id="816" name="Google Shape;816;p34"/>
            <p:cNvSpPr/>
            <p:nvPr/>
          </p:nvSpPr>
          <p:spPr>
            <a:xfrm>
              <a:off x="-2479900" y="2441376"/>
              <a:ext cx="841500" cy="8415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817" name="Google Shape;817;p34"/>
            <p:cNvGrpSpPr/>
            <p:nvPr/>
          </p:nvGrpSpPr>
          <p:grpSpPr>
            <a:xfrm>
              <a:off x="-2626734" y="1577166"/>
              <a:ext cx="1108260" cy="1631632"/>
              <a:chOff x="-2613198" y="1538012"/>
              <a:chExt cx="1108260" cy="1631632"/>
            </a:xfrm>
          </p:grpSpPr>
          <p:sp>
            <p:nvSpPr>
              <p:cNvPr id="818" name="Google Shape;818;p34"/>
              <p:cNvSpPr/>
              <p:nvPr/>
            </p:nvSpPr>
            <p:spPr>
              <a:xfrm>
                <a:off x="-2400038" y="2472972"/>
                <a:ext cx="698400" cy="696600"/>
              </a:xfrm>
              <a:prstGeom prst="ellipse">
                <a:avLst/>
              </a:prstGeom>
              <a:solidFill>
                <a:srgbClr val="FFFFFF">
                  <a:alpha val="4063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4"/>
              <p:cNvSpPr/>
              <p:nvPr/>
            </p:nvSpPr>
            <p:spPr>
              <a:xfrm>
                <a:off x="-2588936" y="2378523"/>
                <a:ext cx="408125" cy="559763"/>
              </a:xfrm>
              <a:custGeom>
                <a:avLst/>
                <a:gdLst/>
                <a:ahLst/>
                <a:cxnLst/>
                <a:rect l="l" t="t" r="r" b="b"/>
                <a:pathLst>
                  <a:path w="199" h="273" extrusionOk="0">
                    <a:moveTo>
                      <a:pt x="66" y="22"/>
                    </a:moveTo>
                    <a:cubicBezTo>
                      <a:pt x="66" y="22"/>
                      <a:pt x="64" y="27"/>
                      <a:pt x="60" y="36"/>
                    </a:cubicBezTo>
                    <a:cubicBezTo>
                      <a:pt x="56" y="45"/>
                      <a:pt x="51" y="58"/>
                      <a:pt x="45" y="73"/>
                    </a:cubicBezTo>
                    <a:cubicBezTo>
                      <a:pt x="40" y="88"/>
                      <a:pt x="35" y="107"/>
                      <a:pt x="32" y="126"/>
                    </a:cubicBezTo>
                    <a:cubicBezTo>
                      <a:pt x="31" y="135"/>
                      <a:pt x="31" y="145"/>
                      <a:pt x="32" y="155"/>
                    </a:cubicBezTo>
                    <a:cubicBezTo>
                      <a:pt x="33" y="164"/>
                      <a:pt x="35" y="174"/>
                      <a:pt x="39" y="183"/>
                    </a:cubicBezTo>
                    <a:cubicBezTo>
                      <a:pt x="39" y="183"/>
                      <a:pt x="39" y="183"/>
                      <a:pt x="39" y="183"/>
                    </a:cubicBezTo>
                    <a:cubicBezTo>
                      <a:pt x="39" y="183"/>
                      <a:pt x="39" y="183"/>
                      <a:pt x="39" y="183"/>
                    </a:cubicBezTo>
                    <a:cubicBezTo>
                      <a:pt x="39" y="183"/>
                      <a:pt x="39" y="184"/>
                      <a:pt x="39" y="183"/>
                    </a:cubicBezTo>
                    <a:cubicBezTo>
                      <a:pt x="39" y="183"/>
                      <a:pt x="39" y="183"/>
                      <a:pt x="39" y="183"/>
                    </a:cubicBezTo>
                    <a:cubicBezTo>
                      <a:pt x="40" y="184"/>
                      <a:pt x="40" y="184"/>
                      <a:pt x="40" y="184"/>
                    </a:cubicBezTo>
                    <a:cubicBezTo>
                      <a:pt x="41" y="186"/>
                      <a:pt x="41" y="186"/>
                      <a:pt x="41" y="186"/>
                    </a:cubicBezTo>
                    <a:cubicBezTo>
                      <a:pt x="41" y="187"/>
                      <a:pt x="42" y="189"/>
                      <a:pt x="42" y="189"/>
                    </a:cubicBezTo>
                    <a:cubicBezTo>
                      <a:pt x="44" y="192"/>
                      <a:pt x="44" y="192"/>
                      <a:pt x="44" y="192"/>
                    </a:cubicBezTo>
                    <a:cubicBezTo>
                      <a:pt x="44" y="193"/>
                      <a:pt x="45" y="194"/>
                      <a:pt x="46" y="195"/>
                    </a:cubicBezTo>
                    <a:cubicBezTo>
                      <a:pt x="48" y="199"/>
                      <a:pt x="51" y="202"/>
                      <a:pt x="54" y="205"/>
                    </a:cubicBezTo>
                    <a:cubicBezTo>
                      <a:pt x="61" y="212"/>
                      <a:pt x="68" y="217"/>
                      <a:pt x="76" y="221"/>
                    </a:cubicBezTo>
                    <a:cubicBezTo>
                      <a:pt x="93" y="229"/>
                      <a:pt x="111" y="233"/>
                      <a:pt x="126" y="235"/>
                    </a:cubicBezTo>
                    <a:cubicBezTo>
                      <a:pt x="141" y="237"/>
                      <a:pt x="155" y="237"/>
                      <a:pt x="164" y="237"/>
                    </a:cubicBezTo>
                    <a:cubicBezTo>
                      <a:pt x="168" y="237"/>
                      <a:pt x="172" y="236"/>
                      <a:pt x="175" y="236"/>
                    </a:cubicBezTo>
                    <a:cubicBezTo>
                      <a:pt x="177" y="236"/>
                      <a:pt x="178" y="236"/>
                      <a:pt x="178" y="236"/>
                    </a:cubicBezTo>
                    <a:cubicBezTo>
                      <a:pt x="179" y="236"/>
                      <a:pt x="179" y="236"/>
                      <a:pt x="179" y="236"/>
                    </a:cubicBezTo>
                    <a:cubicBezTo>
                      <a:pt x="188" y="235"/>
                      <a:pt x="197" y="242"/>
                      <a:pt x="198" y="252"/>
                    </a:cubicBezTo>
                    <a:cubicBezTo>
                      <a:pt x="199" y="262"/>
                      <a:pt x="192" y="271"/>
                      <a:pt x="182" y="272"/>
                    </a:cubicBezTo>
                    <a:cubicBezTo>
                      <a:pt x="182" y="272"/>
                      <a:pt x="182" y="272"/>
                      <a:pt x="181" y="272"/>
                    </a:cubicBezTo>
                    <a:cubicBezTo>
                      <a:pt x="181" y="272"/>
                      <a:pt x="180" y="272"/>
                      <a:pt x="177" y="272"/>
                    </a:cubicBezTo>
                    <a:cubicBezTo>
                      <a:pt x="174" y="272"/>
                      <a:pt x="170" y="272"/>
                      <a:pt x="165" y="272"/>
                    </a:cubicBezTo>
                    <a:cubicBezTo>
                      <a:pt x="154" y="273"/>
                      <a:pt x="139" y="272"/>
                      <a:pt x="121" y="270"/>
                    </a:cubicBezTo>
                    <a:cubicBezTo>
                      <a:pt x="112" y="268"/>
                      <a:pt x="103" y="266"/>
                      <a:pt x="92" y="264"/>
                    </a:cubicBezTo>
                    <a:cubicBezTo>
                      <a:pt x="82" y="261"/>
                      <a:pt x="71" y="256"/>
                      <a:pt x="61" y="251"/>
                    </a:cubicBezTo>
                    <a:cubicBezTo>
                      <a:pt x="50" y="245"/>
                      <a:pt x="40" y="238"/>
                      <a:pt x="31" y="228"/>
                    </a:cubicBezTo>
                    <a:cubicBezTo>
                      <a:pt x="26" y="223"/>
                      <a:pt x="22" y="218"/>
                      <a:pt x="19" y="213"/>
                    </a:cubicBezTo>
                    <a:cubicBezTo>
                      <a:pt x="18" y="211"/>
                      <a:pt x="17" y="210"/>
                      <a:pt x="16" y="208"/>
                    </a:cubicBezTo>
                    <a:cubicBezTo>
                      <a:pt x="13" y="204"/>
                      <a:pt x="13" y="204"/>
                      <a:pt x="13" y="204"/>
                    </a:cubicBezTo>
                    <a:cubicBezTo>
                      <a:pt x="12" y="202"/>
                      <a:pt x="12" y="201"/>
                      <a:pt x="11" y="199"/>
                    </a:cubicBezTo>
                    <a:cubicBezTo>
                      <a:pt x="11" y="198"/>
                      <a:pt x="11" y="198"/>
                      <a:pt x="11" y="198"/>
                    </a:cubicBezTo>
                    <a:cubicBezTo>
                      <a:pt x="10" y="197"/>
                      <a:pt x="10" y="197"/>
                      <a:pt x="10" y="197"/>
                    </a:cubicBezTo>
                    <a:cubicBezTo>
                      <a:pt x="10" y="196"/>
                      <a:pt x="10" y="196"/>
                      <a:pt x="10" y="196"/>
                    </a:cubicBezTo>
                    <a:cubicBezTo>
                      <a:pt x="10" y="196"/>
                      <a:pt x="10" y="196"/>
                      <a:pt x="10" y="196"/>
                    </a:cubicBezTo>
                    <a:cubicBezTo>
                      <a:pt x="9" y="195"/>
                      <a:pt x="9" y="195"/>
                      <a:pt x="9" y="195"/>
                    </a:cubicBezTo>
                    <a:cubicBezTo>
                      <a:pt x="5" y="183"/>
                      <a:pt x="2" y="170"/>
                      <a:pt x="1" y="158"/>
                    </a:cubicBezTo>
                    <a:cubicBezTo>
                      <a:pt x="0" y="145"/>
                      <a:pt x="0" y="133"/>
                      <a:pt x="2" y="122"/>
                    </a:cubicBezTo>
                    <a:cubicBezTo>
                      <a:pt x="5" y="99"/>
                      <a:pt x="12" y="79"/>
                      <a:pt x="18" y="63"/>
                    </a:cubicBezTo>
                    <a:cubicBezTo>
                      <a:pt x="24" y="47"/>
                      <a:pt x="30" y="34"/>
                      <a:pt x="34" y="25"/>
                    </a:cubicBezTo>
                    <a:cubicBezTo>
                      <a:pt x="38" y="15"/>
                      <a:pt x="40" y="10"/>
                      <a:pt x="40" y="10"/>
                    </a:cubicBezTo>
                    <a:cubicBezTo>
                      <a:pt x="43" y="3"/>
                      <a:pt x="52" y="0"/>
                      <a:pt x="59" y="3"/>
                    </a:cubicBezTo>
                    <a:cubicBezTo>
                      <a:pt x="66" y="6"/>
                      <a:pt x="69" y="14"/>
                      <a:pt x="66" y="21"/>
                    </a:cubicBezTo>
                    <a:lnTo>
                      <a:pt x="66" y="2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4"/>
              <p:cNvSpPr/>
              <p:nvPr/>
            </p:nvSpPr>
            <p:spPr>
              <a:xfrm>
                <a:off x="-2517016" y="2362060"/>
                <a:ext cx="90117" cy="67588"/>
              </a:xfrm>
              <a:custGeom>
                <a:avLst/>
                <a:gdLst/>
                <a:ahLst/>
                <a:cxnLst/>
                <a:rect l="l" t="t" r="r" b="b"/>
                <a:pathLst>
                  <a:path w="44" h="33" extrusionOk="0">
                    <a:moveTo>
                      <a:pt x="15" y="1"/>
                    </a:moveTo>
                    <a:cubicBezTo>
                      <a:pt x="13" y="0"/>
                      <a:pt x="12" y="0"/>
                      <a:pt x="10" y="0"/>
                    </a:cubicBezTo>
                    <a:cubicBezTo>
                      <a:pt x="6" y="0"/>
                      <a:pt x="3" y="2"/>
                      <a:pt x="2" y="5"/>
                    </a:cubicBezTo>
                    <a:cubicBezTo>
                      <a:pt x="0" y="8"/>
                      <a:pt x="0" y="12"/>
                      <a:pt x="2" y="15"/>
                    </a:cubicBezTo>
                    <a:cubicBezTo>
                      <a:pt x="3" y="18"/>
                      <a:pt x="5" y="20"/>
                      <a:pt x="9" y="22"/>
                    </a:cubicBezTo>
                    <a:cubicBezTo>
                      <a:pt x="13" y="24"/>
                      <a:pt x="18" y="26"/>
                      <a:pt x="23" y="28"/>
                    </a:cubicBezTo>
                    <a:cubicBezTo>
                      <a:pt x="25" y="29"/>
                      <a:pt x="28" y="30"/>
                      <a:pt x="31" y="31"/>
                    </a:cubicBezTo>
                    <a:cubicBezTo>
                      <a:pt x="36" y="33"/>
                      <a:pt x="41" y="30"/>
                      <a:pt x="43" y="25"/>
                    </a:cubicBezTo>
                    <a:cubicBezTo>
                      <a:pt x="44" y="23"/>
                      <a:pt x="44" y="20"/>
                      <a:pt x="43" y="17"/>
                    </a:cubicBezTo>
                    <a:cubicBezTo>
                      <a:pt x="41" y="14"/>
                      <a:pt x="39" y="13"/>
                      <a:pt x="36" y="11"/>
                    </a:cubicBezTo>
                    <a:cubicBezTo>
                      <a:pt x="31" y="8"/>
                      <a:pt x="25" y="5"/>
                      <a:pt x="20" y="3"/>
                    </a:cubicBezTo>
                    <a:cubicBezTo>
                      <a:pt x="18" y="2"/>
                      <a:pt x="17" y="2"/>
                      <a:pt x="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4"/>
              <p:cNvSpPr/>
              <p:nvPr/>
            </p:nvSpPr>
            <p:spPr>
              <a:xfrm>
                <a:off x="-2527414" y="2232950"/>
                <a:ext cx="182833" cy="169835"/>
              </a:xfrm>
              <a:custGeom>
                <a:avLst/>
                <a:gdLst/>
                <a:ahLst/>
                <a:cxnLst/>
                <a:rect l="l" t="t" r="r" b="b"/>
                <a:pathLst>
                  <a:path w="89" h="83" extrusionOk="0">
                    <a:moveTo>
                      <a:pt x="28" y="73"/>
                    </a:moveTo>
                    <a:cubicBezTo>
                      <a:pt x="8" y="62"/>
                      <a:pt x="0" y="38"/>
                      <a:pt x="10" y="17"/>
                    </a:cubicBezTo>
                    <a:cubicBezTo>
                      <a:pt x="14" y="10"/>
                      <a:pt x="20" y="4"/>
                      <a:pt x="28" y="0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6" y="23"/>
                      <a:pt x="33" y="25"/>
                      <a:pt x="32" y="28"/>
                    </a:cubicBezTo>
                    <a:cubicBezTo>
                      <a:pt x="27" y="37"/>
                      <a:pt x="31" y="47"/>
                      <a:pt x="39" y="51"/>
                    </a:cubicBezTo>
                    <a:cubicBezTo>
                      <a:pt x="47" y="56"/>
                      <a:pt x="58" y="52"/>
                      <a:pt x="62" y="44"/>
                    </a:cubicBezTo>
                    <a:cubicBezTo>
                      <a:pt x="64" y="41"/>
                      <a:pt x="64" y="37"/>
                      <a:pt x="64" y="34"/>
                    </a:cubicBezTo>
                    <a:cubicBezTo>
                      <a:pt x="87" y="30"/>
                      <a:pt x="87" y="30"/>
                      <a:pt x="87" y="30"/>
                    </a:cubicBezTo>
                    <a:cubicBezTo>
                      <a:pt x="89" y="38"/>
                      <a:pt x="87" y="47"/>
                      <a:pt x="83" y="55"/>
                    </a:cubicBezTo>
                    <a:cubicBezTo>
                      <a:pt x="73" y="75"/>
                      <a:pt x="48" y="83"/>
                      <a:pt x="28" y="7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4"/>
              <p:cNvSpPr/>
              <p:nvPr/>
            </p:nvSpPr>
            <p:spPr>
              <a:xfrm>
                <a:off x="-2566407" y="2453909"/>
                <a:ext cx="112646" cy="55456"/>
              </a:xfrm>
              <a:custGeom>
                <a:avLst/>
                <a:gdLst/>
                <a:ahLst/>
                <a:cxnLst/>
                <a:rect l="l" t="t" r="r" b="b"/>
                <a:pathLst>
                  <a:path w="55" h="27" extrusionOk="0">
                    <a:moveTo>
                      <a:pt x="0" y="6"/>
                    </a:moveTo>
                    <a:cubicBezTo>
                      <a:pt x="0" y="4"/>
                      <a:pt x="1" y="2"/>
                      <a:pt x="2" y="0"/>
                    </a:cubicBezTo>
                    <a:cubicBezTo>
                      <a:pt x="55" y="21"/>
                      <a:pt x="55" y="21"/>
                      <a:pt x="55" y="21"/>
                    </a:cubicBezTo>
                    <a:cubicBezTo>
                      <a:pt x="54" y="23"/>
                      <a:pt x="53" y="25"/>
                      <a:pt x="53" y="27"/>
                    </a:cubicBezTo>
                    <a:lnTo>
                      <a:pt x="0" y="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4"/>
              <p:cNvSpPr/>
              <p:nvPr/>
            </p:nvSpPr>
            <p:spPr>
              <a:xfrm>
                <a:off x="-2595002" y="2536227"/>
                <a:ext cx="114379" cy="46791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4" extrusionOk="0">
                    <a:moveTo>
                      <a:pt x="0" y="16"/>
                    </a:moveTo>
                    <a:lnTo>
                      <a:pt x="2" y="0"/>
                    </a:lnTo>
                    <a:lnTo>
                      <a:pt x="132" y="40"/>
                    </a:lnTo>
                    <a:lnTo>
                      <a:pt x="128" y="54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4"/>
              <p:cNvSpPr/>
              <p:nvPr/>
            </p:nvSpPr>
            <p:spPr>
              <a:xfrm>
                <a:off x="-2613198" y="2628077"/>
                <a:ext cx="116979" cy="25129"/>
              </a:xfrm>
              <a:custGeom>
                <a:avLst/>
                <a:gdLst/>
                <a:ahLst/>
                <a:cxnLst/>
                <a:rect l="l" t="t" r="r" b="b"/>
                <a:pathLst>
                  <a:path w="57" h="12" extrusionOk="0">
                    <a:moveTo>
                      <a:pt x="0" y="8"/>
                    </a:moveTo>
                    <a:cubicBezTo>
                      <a:pt x="0" y="5"/>
                      <a:pt x="0" y="3"/>
                      <a:pt x="1" y="0"/>
                    </a:cubicBezTo>
                    <a:cubicBezTo>
                      <a:pt x="57" y="7"/>
                      <a:pt x="57" y="7"/>
                      <a:pt x="57" y="7"/>
                    </a:cubicBezTo>
                    <a:cubicBezTo>
                      <a:pt x="57" y="9"/>
                      <a:pt x="57" y="11"/>
                      <a:pt x="57" y="12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4"/>
              <p:cNvSpPr/>
              <p:nvPr/>
            </p:nvSpPr>
            <p:spPr>
              <a:xfrm>
                <a:off x="-2608866" y="2708662"/>
                <a:ext cx="116112" cy="36393"/>
              </a:xfrm>
              <a:custGeom>
                <a:avLst/>
                <a:gdLst/>
                <a:ahLst/>
                <a:cxnLst/>
                <a:rect l="l" t="t" r="r" b="b"/>
                <a:pathLst>
                  <a:path w="57" h="18" extrusionOk="0">
                    <a:moveTo>
                      <a:pt x="1" y="18"/>
                    </a:moveTo>
                    <a:cubicBezTo>
                      <a:pt x="1" y="15"/>
                      <a:pt x="0" y="13"/>
                      <a:pt x="0" y="1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6" y="2"/>
                      <a:pt x="56" y="3"/>
                      <a:pt x="57" y="5"/>
                    </a:cubicBezTo>
                    <a:lnTo>
                      <a:pt x="1" y="1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4"/>
              <p:cNvSpPr/>
              <p:nvPr/>
            </p:nvSpPr>
            <p:spPr>
              <a:xfrm>
                <a:off x="-2570739" y="2764119"/>
                <a:ext cx="103114" cy="79718"/>
              </a:xfrm>
              <a:custGeom>
                <a:avLst/>
                <a:gdLst/>
                <a:ahLst/>
                <a:cxnLst/>
                <a:rect l="l" t="t" r="r" b="b"/>
                <a:pathLst>
                  <a:path w="119" h="92" extrusionOk="0">
                    <a:moveTo>
                      <a:pt x="12" y="92"/>
                    </a:moveTo>
                    <a:lnTo>
                      <a:pt x="0" y="75"/>
                    </a:lnTo>
                    <a:lnTo>
                      <a:pt x="112" y="0"/>
                    </a:lnTo>
                    <a:lnTo>
                      <a:pt x="119" y="9"/>
                    </a:lnTo>
                    <a:lnTo>
                      <a:pt x="12" y="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4"/>
              <p:cNvSpPr/>
              <p:nvPr/>
            </p:nvSpPr>
            <p:spPr>
              <a:xfrm>
                <a:off x="-2494487" y="2804844"/>
                <a:ext cx="71920" cy="106581"/>
              </a:xfrm>
              <a:custGeom>
                <a:avLst/>
                <a:gdLst/>
                <a:ahLst/>
                <a:cxnLst/>
                <a:rect l="l" t="t" r="r" b="b"/>
                <a:pathLst>
                  <a:path w="35" h="52" extrusionOk="0">
                    <a:moveTo>
                      <a:pt x="7" y="52"/>
                    </a:moveTo>
                    <a:cubicBezTo>
                      <a:pt x="5" y="51"/>
                      <a:pt x="3" y="50"/>
                      <a:pt x="0" y="48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2" y="1"/>
                      <a:pt x="33" y="1"/>
                      <a:pt x="35" y="2"/>
                    </a:cubicBezTo>
                    <a:lnTo>
                      <a:pt x="7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34"/>
              <p:cNvSpPr/>
              <p:nvPr/>
            </p:nvSpPr>
            <p:spPr>
              <a:xfrm>
                <a:off x="-2400038" y="2829106"/>
                <a:ext cx="40726" cy="116979"/>
              </a:xfrm>
              <a:custGeom>
                <a:avLst/>
                <a:gdLst/>
                <a:ahLst/>
                <a:cxnLst/>
                <a:rect l="l" t="t" r="r" b="b"/>
                <a:pathLst>
                  <a:path w="47" h="135" extrusionOk="0">
                    <a:moveTo>
                      <a:pt x="16" y="135"/>
                    </a:moveTo>
                    <a:lnTo>
                      <a:pt x="0" y="130"/>
                    </a:lnTo>
                    <a:lnTo>
                      <a:pt x="33" y="0"/>
                    </a:lnTo>
                    <a:lnTo>
                      <a:pt x="47" y="3"/>
                    </a:lnTo>
                    <a:lnTo>
                      <a:pt x="16" y="1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34"/>
              <p:cNvSpPr/>
              <p:nvPr/>
            </p:nvSpPr>
            <p:spPr>
              <a:xfrm>
                <a:off x="-2308189" y="2841238"/>
                <a:ext cx="20796" cy="116979"/>
              </a:xfrm>
              <a:custGeom>
                <a:avLst/>
                <a:gdLst/>
                <a:ahLst/>
                <a:cxnLst/>
                <a:rect l="l" t="t" r="r" b="b"/>
                <a:pathLst>
                  <a:path w="24" h="135" extrusionOk="0">
                    <a:moveTo>
                      <a:pt x="17" y="135"/>
                    </a:moveTo>
                    <a:lnTo>
                      <a:pt x="0" y="135"/>
                    </a:lnTo>
                    <a:lnTo>
                      <a:pt x="10" y="0"/>
                    </a:lnTo>
                    <a:lnTo>
                      <a:pt x="24" y="0"/>
                    </a:lnTo>
                    <a:lnTo>
                      <a:pt x="17" y="1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4"/>
              <p:cNvSpPr/>
              <p:nvPr/>
            </p:nvSpPr>
            <p:spPr>
              <a:xfrm>
                <a:off x="-2273528" y="2816975"/>
                <a:ext cx="86651" cy="176767"/>
              </a:xfrm>
              <a:custGeom>
                <a:avLst/>
                <a:gdLst/>
                <a:ahLst/>
                <a:cxnLst/>
                <a:rect l="l" t="t" r="r" b="b"/>
                <a:pathLst>
                  <a:path w="42" h="86" extrusionOk="0">
                    <a:moveTo>
                      <a:pt x="20" y="85"/>
                    </a:moveTo>
                    <a:cubicBezTo>
                      <a:pt x="20" y="86"/>
                      <a:pt x="13" y="80"/>
                      <a:pt x="12" y="79"/>
                    </a:cubicBezTo>
                    <a:cubicBezTo>
                      <a:pt x="9" y="75"/>
                      <a:pt x="7" y="72"/>
                      <a:pt x="5" y="68"/>
                    </a:cubicBezTo>
                    <a:cubicBezTo>
                      <a:pt x="1" y="59"/>
                      <a:pt x="0" y="50"/>
                      <a:pt x="1" y="42"/>
                    </a:cubicBezTo>
                    <a:cubicBezTo>
                      <a:pt x="3" y="20"/>
                      <a:pt x="20" y="3"/>
                      <a:pt x="42" y="0"/>
                    </a:cubicBezTo>
                    <a:cubicBezTo>
                      <a:pt x="42" y="0"/>
                      <a:pt x="20" y="84"/>
                      <a:pt x="20" y="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4"/>
              <p:cNvSpPr/>
              <p:nvPr/>
            </p:nvSpPr>
            <p:spPr>
              <a:xfrm>
                <a:off x="-1926926" y="2845570"/>
                <a:ext cx="213160" cy="148173"/>
              </a:xfrm>
              <a:custGeom>
                <a:avLst/>
                <a:gdLst/>
                <a:ahLst/>
                <a:cxnLst/>
                <a:rect l="l" t="t" r="r" b="b"/>
                <a:pathLst>
                  <a:path w="104" h="72" extrusionOk="0">
                    <a:moveTo>
                      <a:pt x="22" y="0"/>
                    </a:moveTo>
                    <a:cubicBezTo>
                      <a:pt x="11" y="0"/>
                      <a:pt x="2" y="7"/>
                      <a:pt x="1" y="17"/>
                    </a:cubicBezTo>
                    <a:cubicBezTo>
                      <a:pt x="0" y="28"/>
                      <a:pt x="8" y="37"/>
                      <a:pt x="18" y="38"/>
                    </a:cubicBezTo>
                    <a:cubicBezTo>
                      <a:pt x="33" y="39"/>
                      <a:pt x="76" y="48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95" y="60"/>
                      <a:pt x="101" y="47"/>
                      <a:pt x="104" y="33"/>
                    </a:cubicBezTo>
                    <a:cubicBezTo>
                      <a:pt x="75" y="6"/>
                      <a:pt x="28" y="1"/>
                      <a:pt x="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4"/>
              <p:cNvSpPr/>
              <p:nvPr/>
            </p:nvSpPr>
            <p:spPr>
              <a:xfrm>
                <a:off x="-1790018" y="2886296"/>
                <a:ext cx="49391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24" h="36" extrusionOk="0">
                    <a:moveTo>
                      <a:pt x="6" y="36"/>
                    </a:moveTo>
                    <a:cubicBezTo>
                      <a:pt x="3" y="35"/>
                      <a:pt x="2" y="34"/>
                      <a:pt x="0" y="3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0" y="1"/>
                      <a:pt x="23" y="2"/>
                      <a:pt x="24" y="3"/>
                    </a:cubicBez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4"/>
              <p:cNvSpPr/>
              <p:nvPr/>
            </p:nvSpPr>
            <p:spPr>
              <a:xfrm>
                <a:off x="-1900064" y="2816975"/>
                <a:ext cx="87517" cy="176767"/>
              </a:xfrm>
              <a:custGeom>
                <a:avLst/>
                <a:gdLst/>
                <a:ahLst/>
                <a:cxnLst/>
                <a:rect l="l" t="t" r="r" b="b"/>
                <a:pathLst>
                  <a:path w="43" h="86" extrusionOk="0">
                    <a:moveTo>
                      <a:pt x="23" y="85"/>
                    </a:moveTo>
                    <a:cubicBezTo>
                      <a:pt x="23" y="86"/>
                      <a:pt x="30" y="80"/>
                      <a:pt x="31" y="79"/>
                    </a:cubicBezTo>
                    <a:cubicBezTo>
                      <a:pt x="34" y="75"/>
                      <a:pt x="36" y="72"/>
                      <a:pt x="38" y="68"/>
                    </a:cubicBezTo>
                    <a:cubicBezTo>
                      <a:pt x="41" y="59"/>
                      <a:pt x="43" y="50"/>
                      <a:pt x="42" y="42"/>
                    </a:cubicBezTo>
                    <a:cubicBezTo>
                      <a:pt x="39" y="20"/>
                      <a:pt x="22" y="3"/>
                      <a:pt x="0" y="0"/>
                    </a:cubicBezTo>
                    <a:cubicBezTo>
                      <a:pt x="0" y="0"/>
                      <a:pt x="22" y="84"/>
                      <a:pt x="23" y="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4"/>
              <p:cNvSpPr/>
              <p:nvPr/>
            </p:nvSpPr>
            <p:spPr>
              <a:xfrm>
                <a:off x="-2236268" y="2751121"/>
                <a:ext cx="384728" cy="418523"/>
              </a:xfrm>
              <a:custGeom>
                <a:avLst/>
                <a:gdLst/>
                <a:ahLst/>
                <a:cxnLst/>
                <a:rect l="l" t="t" r="r" b="b"/>
                <a:pathLst>
                  <a:path w="188" h="204" extrusionOk="0">
                    <a:moveTo>
                      <a:pt x="94" y="0"/>
                    </a:moveTo>
                    <a:cubicBezTo>
                      <a:pt x="42" y="0"/>
                      <a:pt x="0" y="42"/>
                      <a:pt x="0" y="94"/>
                    </a:cubicBezTo>
                    <a:cubicBezTo>
                      <a:pt x="0" y="178"/>
                      <a:pt x="0" y="178"/>
                      <a:pt x="0" y="178"/>
                    </a:cubicBezTo>
                    <a:cubicBezTo>
                      <a:pt x="27" y="195"/>
                      <a:pt x="57" y="204"/>
                      <a:pt x="91" y="204"/>
                    </a:cubicBezTo>
                    <a:cubicBezTo>
                      <a:pt x="127" y="204"/>
                      <a:pt x="161" y="193"/>
                      <a:pt x="188" y="173"/>
                    </a:cubicBezTo>
                    <a:cubicBezTo>
                      <a:pt x="188" y="94"/>
                      <a:pt x="188" y="94"/>
                      <a:pt x="188" y="94"/>
                    </a:cubicBezTo>
                    <a:cubicBezTo>
                      <a:pt x="188" y="42"/>
                      <a:pt x="146" y="0"/>
                      <a:pt x="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4"/>
              <p:cNvSpPr/>
              <p:nvPr/>
            </p:nvSpPr>
            <p:spPr>
              <a:xfrm>
                <a:off x="-2119290" y="2941752"/>
                <a:ext cx="136908" cy="227891"/>
              </a:xfrm>
              <a:custGeom>
                <a:avLst/>
                <a:gdLst/>
                <a:ahLst/>
                <a:cxnLst/>
                <a:rect l="l" t="t" r="r" b="b"/>
                <a:pathLst>
                  <a:path w="67" h="111" extrusionOk="0">
                    <a:moveTo>
                      <a:pt x="34" y="0"/>
                    </a:moveTo>
                    <a:cubicBezTo>
                      <a:pt x="15" y="0"/>
                      <a:pt x="0" y="15"/>
                      <a:pt x="0" y="34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11" y="110"/>
                      <a:pt x="22" y="111"/>
                      <a:pt x="34" y="111"/>
                    </a:cubicBezTo>
                    <a:cubicBezTo>
                      <a:pt x="45" y="111"/>
                      <a:pt x="56" y="110"/>
                      <a:pt x="67" y="108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7" y="15"/>
                      <a:pt x="52" y="0"/>
                      <a:pt x="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4"/>
              <p:cNvSpPr/>
              <p:nvPr/>
            </p:nvSpPr>
            <p:spPr>
              <a:xfrm>
                <a:off x="-2129688" y="2765852"/>
                <a:ext cx="159600" cy="69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4"/>
              <p:cNvSpPr/>
              <p:nvPr/>
            </p:nvSpPr>
            <p:spPr>
              <a:xfrm>
                <a:off x="-2090695" y="2677468"/>
                <a:ext cx="81451" cy="143840"/>
              </a:xfrm>
              <a:custGeom>
                <a:avLst/>
                <a:gdLst/>
                <a:ahLst/>
                <a:cxnLst/>
                <a:rect l="l" t="t" r="r" b="b"/>
                <a:pathLst>
                  <a:path w="40" h="70" extrusionOk="0">
                    <a:moveTo>
                      <a:pt x="0" y="0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64"/>
                      <a:pt x="1" y="67"/>
                      <a:pt x="4" y="68"/>
                    </a:cubicBezTo>
                    <a:cubicBezTo>
                      <a:pt x="8" y="69"/>
                      <a:pt x="13" y="70"/>
                      <a:pt x="20" y="70"/>
                    </a:cubicBezTo>
                    <a:cubicBezTo>
                      <a:pt x="26" y="70"/>
                      <a:pt x="32" y="69"/>
                      <a:pt x="36" y="68"/>
                    </a:cubicBezTo>
                    <a:cubicBezTo>
                      <a:pt x="38" y="67"/>
                      <a:pt x="40" y="64"/>
                      <a:pt x="40" y="62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4"/>
              <p:cNvSpPr/>
              <p:nvPr/>
            </p:nvSpPr>
            <p:spPr>
              <a:xfrm>
                <a:off x="-2252732" y="2304003"/>
                <a:ext cx="403800" cy="404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4"/>
              <p:cNvSpPr/>
              <p:nvPr/>
            </p:nvSpPr>
            <p:spPr>
              <a:xfrm>
                <a:off x="-2173014" y="2576953"/>
                <a:ext cx="243488" cy="73653"/>
              </a:xfrm>
              <a:custGeom>
                <a:avLst/>
                <a:gdLst/>
                <a:ahLst/>
                <a:cxnLst/>
                <a:rect l="l" t="t" r="r" b="b"/>
                <a:pathLst>
                  <a:path w="119" h="36" extrusionOk="0">
                    <a:moveTo>
                      <a:pt x="4" y="0"/>
                    </a:moveTo>
                    <a:cubicBezTo>
                      <a:pt x="2" y="0"/>
                      <a:pt x="0" y="3"/>
                      <a:pt x="2" y="5"/>
                    </a:cubicBezTo>
                    <a:cubicBezTo>
                      <a:pt x="14" y="24"/>
                      <a:pt x="36" y="36"/>
                      <a:pt x="60" y="36"/>
                    </a:cubicBezTo>
                    <a:cubicBezTo>
                      <a:pt x="84" y="36"/>
                      <a:pt x="105" y="24"/>
                      <a:pt x="118" y="5"/>
                    </a:cubicBezTo>
                    <a:cubicBezTo>
                      <a:pt x="119" y="3"/>
                      <a:pt x="118" y="0"/>
                      <a:pt x="115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4"/>
              <p:cNvSpPr/>
              <p:nvPr/>
            </p:nvSpPr>
            <p:spPr>
              <a:xfrm>
                <a:off x="-2191210" y="2435712"/>
                <a:ext cx="280748" cy="96183"/>
              </a:xfrm>
              <a:custGeom>
                <a:avLst/>
                <a:gdLst/>
                <a:ahLst/>
                <a:cxnLst/>
                <a:rect l="l" t="t" r="r" b="b"/>
                <a:pathLst>
                  <a:path w="137" h="47" extrusionOk="0">
                    <a:moveTo>
                      <a:pt x="125" y="47"/>
                    </a:moveTo>
                    <a:cubicBezTo>
                      <a:pt x="12" y="47"/>
                      <a:pt x="12" y="47"/>
                      <a:pt x="12" y="47"/>
                    </a:cubicBezTo>
                    <a:cubicBezTo>
                      <a:pt x="5" y="47"/>
                      <a:pt x="0" y="41"/>
                      <a:pt x="0" y="3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5" y="0"/>
                      <a:pt x="12" y="0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31" y="0"/>
                      <a:pt x="137" y="6"/>
                      <a:pt x="137" y="12"/>
                    </a:cubicBezTo>
                    <a:cubicBezTo>
                      <a:pt x="137" y="35"/>
                      <a:pt x="137" y="35"/>
                      <a:pt x="137" y="35"/>
                    </a:cubicBezTo>
                    <a:cubicBezTo>
                      <a:pt x="137" y="41"/>
                      <a:pt x="131" y="47"/>
                      <a:pt x="125" y="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4"/>
              <p:cNvSpPr/>
              <p:nvPr/>
            </p:nvSpPr>
            <p:spPr>
              <a:xfrm>
                <a:off x="-2140086" y="2464307"/>
                <a:ext cx="37260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50" extrusionOk="0">
                    <a:moveTo>
                      <a:pt x="43" y="10"/>
                    </a:moveTo>
                    <a:lnTo>
                      <a:pt x="35" y="10"/>
                    </a:lnTo>
                    <a:lnTo>
                      <a:pt x="35" y="0"/>
                    </a:lnTo>
                    <a:lnTo>
                      <a:pt x="7" y="0"/>
                    </a:lnTo>
                    <a:lnTo>
                      <a:pt x="7" y="10"/>
                    </a:lnTo>
                    <a:lnTo>
                      <a:pt x="0" y="10"/>
                    </a:lnTo>
                    <a:lnTo>
                      <a:pt x="0" y="40"/>
                    </a:lnTo>
                    <a:lnTo>
                      <a:pt x="7" y="40"/>
                    </a:lnTo>
                    <a:lnTo>
                      <a:pt x="7" y="50"/>
                    </a:lnTo>
                    <a:lnTo>
                      <a:pt x="35" y="50"/>
                    </a:lnTo>
                    <a:lnTo>
                      <a:pt x="35" y="40"/>
                    </a:lnTo>
                    <a:lnTo>
                      <a:pt x="43" y="40"/>
                    </a:lnTo>
                    <a:lnTo>
                      <a:pt x="43" y="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4"/>
              <p:cNvSpPr/>
              <p:nvPr/>
            </p:nvSpPr>
            <p:spPr>
              <a:xfrm>
                <a:off x="-1994514" y="2464307"/>
                <a:ext cx="34660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40" h="50" extrusionOk="0">
                    <a:moveTo>
                      <a:pt x="40" y="10"/>
                    </a:moveTo>
                    <a:lnTo>
                      <a:pt x="33" y="10"/>
                    </a:lnTo>
                    <a:lnTo>
                      <a:pt x="33" y="0"/>
                    </a:lnTo>
                    <a:lnTo>
                      <a:pt x="7" y="0"/>
                    </a:lnTo>
                    <a:lnTo>
                      <a:pt x="7" y="10"/>
                    </a:lnTo>
                    <a:lnTo>
                      <a:pt x="0" y="10"/>
                    </a:lnTo>
                    <a:lnTo>
                      <a:pt x="0" y="40"/>
                    </a:lnTo>
                    <a:lnTo>
                      <a:pt x="7" y="40"/>
                    </a:lnTo>
                    <a:lnTo>
                      <a:pt x="7" y="50"/>
                    </a:lnTo>
                    <a:lnTo>
                      <a:pt x="33" y="50"/>
                    </a:lnTo>
                    <a:lnTo>
                      <a:pt x="33" y="40"/>
                    </a:lnTo>
                    <a:lnTo>
                      <a:pt x="40" y="40"/>
                    </a:lnTo>
                    <a:lnTo>
                      <a:pt x="40" y="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4"/>
              <p:cNvSpPr/>
              <p:nvPr/>
            </p:nvSpPr>
            <p:spPr>
              <a:xfrm>
                <a:off x="-2270929" y="2435712"/>
                <a:ext cx="38993" cy="123044"/>
              </a:xfrm>
              <a:custGeom>
                <a:avLst/>
                <a:gdLst/>
                <a:ahLst/>
                <a:cxnLst/>
                <a:rect l="l" t="t" r="r" b="b"/>
                <a:pathLst>
                  <a:path w="19" h="60" extrusionOk="0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6"/>
                      <a:pt x="4" y="60"/>
                      <a:pt x="9" y="60"/>
                    </a:cubicBezTo>
                    <a:cubicBezTo>
                      <a:pt x="15" y="60"/>
                      <a:pt x="19" y="56"/>
                      <a:pt x="19" y="51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4"/>
                      <a:pt x="15" y="0"/>
                      <a:pt x="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4"/>
              <p:cNvSpPr/>
              <p:nvPr/>
            </p:nvSpPr>
            <p:spPr>
              <a:xfrm>
                <a:off x="-2330718" y="2486837"/>
                <a:ext cx="76200" cy="14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4"/>
              <p:cNvSpPr/>
              <p:nvPr/>
            </p:nvSpPr>
            <p:spPr>
              <a:xfrm>
                <a:off x="-2344582" y="2479038"/>
                <a:ext cx="32100" cy="32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4"/>
              <p:cNvSpPr/>
              <p:nvPr/>
            </p:nvSpPr>
            <p:spPr>
              <a:xfrm>
                <a:off x="-2105426" y="2304003"/>
                <a:ext cx="110913" cy="88384"/>
              </a:xfrm>
              <a:custGeom>
                <a:avLst/>
                <a:gdLst/>
                <a:ahLst/>
                <a:cxnLst/>
                <a:rect l="l" t="t" r="r" b="b"/>
                <a:pathLst>
                  <a:path w="54" h="43" extrusionOk="0">
                    <a:moveTo>
                      <a:pt x="17" y="43"/>
                    </a:moveTo>
                    <a:cubicBezTo>
                      <a:pt x="36" y="43"/>
                      <a:pt x="36" y="43"/>
                      <a:pt x="36" y="43"/>
                    </a:cubicBezTo>
                    <a:cubicBezTo>
                      <a:pt x="46" y="43"/>
                      <a:pt x="54" y="35"/>
                      <a:pt x="54" y="25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45" y="1"/>
                      <a:pt x="36" y="0"/>
                      <a:pt x="27" y="0"/>
                    </a:cubicBezTo>
                    <a:cubicBezTo>
                      <a:pt x="17" y="0"/>
                      <a:pt x="8" y="1"/>
                      <a:pt x="0" y="4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35"/>
                      <a:pt x="8" y="43"/>
                      <a:pt x="17" y="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4"/>
              <p:cNvSpPr/>
              <p:nvPr/>
            </p:nvSpPr>
            <p:spPr>
              <a:xfrm>
                <a:off x="-2057768" y="2232950"/>
                <a:ext cx="14100" cy="73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4"/>
              <p:cNvSpPr/>
              <p:nvPr/>
            </p:nvSpPr>
            <p:spPr>
              <a:xfrm>
                <a:off x="-2072499" y="2210421"/>
                <a:ext cx="45000" cy="46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4"/>
              <p:cNvSpPr/>
              <p:nvPr/>
            </p:nvSpPr>
            <p:spPr>
              <a:xfrm>
                <a:off x="-1868004" y="2435712"/>
                <a:ext cx="37260" cy="123044"/>
              </a:xfrm>
              <a:custGeom>
                <a:avLst/>
                <a:gdLst/>
                <a:ahLst/>
                <a:cxnLst/>
                <a:rect l="l" t="t" r="r" b="b"/>
                <a:pathLst>
                  <a:path w="18" h="60" extrusionOk="0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0" y="56"/>
                      <a:pt x="4" y="60"/>
                      <a:pt x="9" y="60"/>
                    </a:cubicBezTo>
                    <a:cubicBezTo>
                      <a:pt x="14" y="60"/>
                      <a:pt x="18" y="56"/>
                      <a:pt x="18" y="51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4"/>
                      <a:pt x="14" y="0"/>
                      <a:pt x="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4"/>
              <p:cNvSpPr/>
              <p:nvPr/>
            </p:nvSpPr>
            <p:spPr>
              <a:xfrm>
                <a:off x="-1847208" y="2488570"/>
                <a:ext cx="76200" cy="12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4"/>
              <p:cNvSpPr/>
              <p:nvPr/>
            </p:nvSpPr>
            <p:spPr>
              <a:xfrm>
                <a:off x="-1790018" y="2479038"/>
                <a:ext cx="32700" cy="32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4"/>
              <p:cNvSpPr/>
              <p:nvPr/>
            </p:nvSpPr>
            <p:spPr>
              <a:xfrm>
                <a:off x="-2602800" y="1538012"/>
                <a:ext cx="1097862" cy="61262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299" extrusionOk="0">
                    <a:moveTo>
                      <a:pt x="499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188"/>
                      <a:pt x="0" y="188"/>
                      <a:pt x="0" y="188"/>
                    </a:cubicBezTo>
                    <a:cubicBezTo>
                      <a:pt x="0" y="209"/>
                      <a:pt x="16" y="225"/>
                      <a:pt x="37" y="225"/>
                    </a:cubicBezTo>
                    <a:cubicBezTo>
                      <a:pt x="214" y="225"/>
                      <a:pt x="214" y="225"/>
                      <a:pt x="214" y="225"/>
                    </a:cubicBezTo>
                    <a:cubicBezTo>
                      <a:pt x="252" y="288"/>
                      <a:pt x="252" y="288"/>
                      <a:pt x="252" y="288"/>
                    </a:cubicBezTo>
                    <a:cubicBezTo>
                      <a:pt x="259" y="299"/>
                      <a:pt x="276" y="299"/>
                      <a:pt x="284" y="288"/>
                    </a:cubicBezTo>
                    <a:cubicBezTo>
                      <a:pt x="322" y="225"/>
                      <a:pt x="322" y="225"/>
                      <a:pt x="322" y="225"/>
                    </a:cubicBezTo>
                    <a:cubicBezTo>
                      <a:pt x="499" y="225"/>
                      <a:pt x="499" y="225"/>
                      <a:pt x="499" y="225"/>
                    </a:cubicBezTo>
                    <a:cubicBezTo>
                      <a:pt x="520" y="225"/>
                      <a:pt x="536" y="209"/>
                      <a:pt x="536" y="188"/>
                    </a:cubicBezTo>
                    <a:cubicBezTo>
                      <a:pt x="536" y="37"/>
                      <a:pt x="536" y="37"/>
                      <a:pt x="536" y="37"/>
                    </a:cubicBezTo>
                    <a:cubicBezTo>
                      <a:pt x="536" y="17"/>
                      <a:pt x="520" y="0"/>
                      <a:pt x="4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3" name="Google Shape;853;p34"/>
              <p:cNvGrpSpPr/>
              <p:nvPr/>
            </p:nvGrpSpPr>
            <p:grpSpPr>
              <a:xfrm>
                <a:off x="-2459778" y="1663641"/>
                <a:ext cx="811825" cy="199548"/>
                <a:chOff x="572168" y="935960"/>
                <a:chExt cx="669215" cy="164495"/>
              </a:xfrm>
            </p:grpSpPr>
            <p:sp>
              <p:nvSpPr>
                <p:cNvPr id="854" name="Google Shape;854;p34"/>
                <p:cNvSpPr/>
                <p:nvPr/>
              </p:nvSpPr>
              <p:spPr>
                <a:xfrm>
                  <a:off x="572168" y="935960"/>
                  <a:ext cx="669215" cy="19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8" extrusionOk="0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2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2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34"/>
                <p:cNvSpPr/>
                <p:nvPr/>
              </p:nvSpPr>
              <p:spPr>
                <a:xfrm>
                  <a:off x="572168" y="1008502"/>
                  <a:ext cx="669215" cy="19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8" extrusionOk="0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1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34"/>
                <p:cNvSpPr/>
                <p:nvPr/>
              </p:nvSpPr>
              <p:spPr>
                <a:xfrm>
                  <a:off x="572168" y="1081042"/>
                  <a:ext cx="669215" cy="19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8" extrusionOk="0">
                      <a:moveTo>
                        <a:pt x="273" y="8"/>
                      </a:moveTo>
                      <a:cubicBezTo>
                        <a:pt x="3" y="8"/>
                        <a:pt x="3" y="8"/>
                        <a:pt x="3" y="8"/>
                      </a:cubicBezTo>
                      <a:cubicBezTo>
                        <a:pt x="2" y="8"/>
                        <a:pt x="0" y="6"/>
                        <a:pt x="0" y="4"/>
                      </a:cubicBezTo>
                      <a:cubicBezTo>
                        <a:pt x="0" y="1"/>
                        <a:pt x="2" y="0"/>
                        <a:pt x="3" y="0"/>
                      </a:cubicBezTo>
                      <a:cubicBezTo>
                        <a:pt x="273" y="0"/>
                        <a:pt x="273" y="0"/>
                        <a:pt x="273" y="0"/>
                      </a:cubicBezTo>
                      <a:cubicBezTo>
                        <a:pt x="275" y="0"/>
                        <a:pt x="277" y="1"/>
                        <a:pt x="277" y="4"/>
                      </a:cubicBezTo>
                      <a:cubicBezTo>
                        <a:pt x="277" y="6"/>
                        <a:pt x="275" y="8"/>
                        <a:pt x="273" y="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u="none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Related existing work</a:t>
            </a:r>
            <a:endParaRPr sz="2800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DE26D4E-7499-93D3-BA3A-8900E691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71288"/>
              </p:ext>
            </p:extLst>
          </p:nvPr>
        </p:nvGraphicFramePr>
        <p:xfrm>
          <a:off x="831842" y="1055813"/>
          <a:ext cx="7195536" cy="3840800"/>
        </p:xfrm>
        <a:graphic>
          <a:graphicData uri="http://schemas.openxmlformats.org/drawingml/2006/table">
            <a:tbl>
              <a:tblPr>
                <a:tableStyleId>{78B1EB91-987C-4D72-BB76-E49D15DE61A1}</a:tableStyleId>
              </a:tblPr>
              <a:tblGrid>
                <a:gridCol w="1798884">
                  <a:extLst>
                    <a:ext uri="{9D8B030D-6E8A-4147-A177-3AD203B41FA5}">
                      <a16:colId xmlns:a16="http://schemas.microsoft.com/office/drawing/2014/main" val="3077039260"/>
                    </a:ext>
                  </a:extLst>
                </a:gridCol>
                <a:gridCol w="1798884">
                  <a:extLst>
                    <a:ext uri="{9D8B030D-6E8A-4147-A177-3AD203B41FA5}">
                      <a16:colId xmlns:a16="http://schemas.microsoft.com/office/drawing/2014/main" val="3971560441"/>
                    </a:ext>
                  </a:extLst>
                </a:gridCol>
                <a:gridCol w="1798884">
                  <a:extLst>
                    <a:ext uri="{9D8B030D-6E8A-4147-A177-3AD203B41FA5}">
                      <a16:colId xmlns:a16="http://schemas.microsoft.com/office/drawing/2014/main" val="1280263088"/>
                    </a:ext>
                  </a:extLst>
                </a:gridCol>
                <a:gridCol w="1798884">
                  <a:extLst>
                    <a:ext uri="{9D8B030D-6E8A-4147-A177-3AD203B41FA5}">
                      <a16:colId xmlns:a16="http://schemas.microsoft.com/office/drawing/2014/main" val="2306565099"/>
                    </a:ext>
                  </a:extLst>
                </a:gridCol>
              </a:tblGrid>
              <a:tr h="297412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 dirty="0">
                          <a:effectLst/>
                        </a:rPr>
                        <a:t>Chatbot</a:t>
                      </a:r>
                      <a:endParaRPr lang="en-IN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>
                          <a:effectLst/>
                        </a:rPr>
                        <a:t>Knowledge Base</a:t>
                      </a:r>
                      <a:endParaRPr lang="en-IN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>
                          <a:effectLst/>
                        </a:rPr>
                        <a:t>LLM Model</a:t>
                      </a:r>
                      <a:endParaRPr lang="en-IN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400" b="0">
                          <a:effectLst/>
                        </a:rPr>
                        <a:t>Key Features</a:t>
                      </a:r>
                      <a:endParaRPr lang="en-IN" sz="14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/>
                </a:tc>
                <a:extLst>
                  <a:ext uri="{0D108BD9-81ED-4DB2-BD59-A6C34878D82A}">
                    <a16:rowId xmlns:a16="http://schemas.microsoft.com/office/drawing/2014/main" val="1012016844"/>
                  </a:ext>
                </a:extLst>
              </a:tr>
              <a:tr h="713789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John Snow Labs Medical ChatBot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PubMed, </a:t>
                      </a:r>
                      <a:r>
                        <a:rPr lang="en-IN" sz="1400" dirty="0" err="1">
                          <a:effectLst/>
                        </a:rPr>
                        <a:t>medRxiv</a:t>
                      </a:r>
                      <a:r>
                        <a:rPr lang="en-IN" sz="1400" dirty="0">
                          <a:effectLst/>
                        </a:rPr>
                        <a:t>, </a:t>
                      </a:r>
                      <a:r>
                        <a:rPr lang="en-IN" sz="1400" dirty="0" err="1">
                          <a:effectLst/>
                        </a:rPr>
                        <a:t>bioRxiv</a:t>
                      </a:r>
                      <a:r>
                        <a:rPr lang="en-IN" sz="1400" dirty="0">
                          <a:effectLst/>
                        </a:rPr>
                        <a:t>, custom databases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Proprietary Medical LLM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Daily updates, explainable results, cite references [</a:t>
                      </a:r>
                      <a:r>
                        <a:rPr lang="en-IN" sz="1400" b="0" u="none" strike="noStrike" dirty="0">
                          <a:effectLst/>
                          <a:hlinkClick r:id="rId3"/>
                        </a:rPr>
                        <a:t>1</a:t>
                      </a:r>
                      <a:r>
                        <a:rPr lang="en-IN" sz="1400" b="0" u="none" strike="noStrike" dirty="0">
                          <a:effectLst/>
                        </a:rPr>
                        <a:t>]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extLst>
                  <a:ext uri="{0D108BD9-81ED-4DB2-BD59-A6C34878D82A}">
                    <a16:rowId xmlns:a16="http://schemas.microsoft.com/office/drawing/2014/main" val="4267244840"/>
                  </a:ext>
                </a:extLst>
              </a:tr>
              <a:tr h="921977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 err="1">
                          <a:effectLst/>
                        </a:rPr>
                        <a:t>ChatGPT</a:t>
                      </a:r>
                      <a:r>
                        <a:rPr lang="en-IN" sz="1400" dirty="0">
                          <a:effectLst/>
                        </a:rPr>
                        <a:t> in Healthcare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Medical literature, EHRs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GPT-3.5 or GPT-4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Disease diagnosis, outcome prediction, personalized medicine [</a:t>
                      </a:r>
                      <a:r>
                        <a:rPr lang="en-IN" sz="1400" b="0" u="none" strike="noStrike" dirty="0">
                          <a:effectLst/>
                          <a:hlinkClick r:id="rId4"/>
                        </a:rPr>
                        <a:t>2</a:t>
                      </a:r>
                      <a:r>
                        <a:rPr lang="en-IN" sz="1400" b="0" u="none" strike="noStrike" dirty="0">
                          <a:effectLst/>
                        </a:rPr>
                        <a:t>]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extLst>
                  <a:ext uri="{0D108BD9-81ED-4DB2-BD59-A6C34878D82A}">
                    <a16:rowId xmlns:a16="http://schemas.microsoft.com/office/drawing/2014/main" val="400785843"/>
                  </a:ext>
                </a:extLst>
              </a:tr>
              <a:tr h="713789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DiagnoBot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Disease-Symptom dataset from Kaggle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Not specified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Disease prediction based on symptoms [</a:t>
                      </a:r>
                      <a:r>
                        <a:rPr lang="en-IN" sz="1400" b="0" u="none" strike="noStrike" dirty="0">
                          <a:effectLst/>
                          <a:hlinkClick r:id="rId5"/>
                        </a:rPr>
                        <a:t>3</a:t>
                      </a:r>
                      <a:r>
                        <a:rPr lang="en-IN" sz="1400" b="0" u="none" strike="noStrike" dirty="0">
                          <a:effectLst/>
                        </a:rPr>
                        <a:t>]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extLst>
                  <a:ext uri="{0D108BD9-81ED-4DB2-BD59-A6C34878D82A}">
                    <a16:rowId xmlns:a16="http://schemas.microsoft.com/office/drawing/2014/main" val="1557759039"/>
                  </a:ext>
                </a:extLst>
              </a:tr>
              <a:tr h="921977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Matellio Medical AI Chatbot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EHRs, appointment scheduling tools, pharmacy databases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>
                          <a:effectLst/>
                        </a:rPr>
                        <a:t>Not specified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400" dirty="0">
                          <a:effectLst/>
                        </a:rPr>
                        <a:t>NLP for query understanding, data integration, continuous learning [4]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407" marR="85407" marT="42704" marB="42704" anchor="ctr"/>
                </a:tc>
                <a:extLst>
                  <a:ext uri="{0D108BD9-81ED-4DB2-BD59-A6C34878D82A}">
                    <a16:rowId xmlns:a16="http://schemas.microsoft.com/office/drawing/2014/main" val="8691915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u="none" dirty="0">
                <a:solidFill>
                  <a:schemeClr val="dk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Proposed approach and the AI technologies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Google Shape;809;p34"/>
          <p:cNvSpPr txBox="1">
            <a:spLocks noGrp="1"/>
          </p:cNvSpPr>
          <p:nvPr>
            <p:ph type="subTitle" idx="2"/>
          </p:nvPr>
        </p:nvSpPr>
        <p:spPr>
          <a:xfrm>
            <a:off x="559345" y="868255"/>
            <a:ext cx="7869496" cy="4178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en-IN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is an end-to-end generative AI medical chatbot using a Retrieval-Augmented Generation (RAG) framework. It combines Large Language Models (LLMs) with semantic search for context-aware responses.</a:t>
            </a:r>
            <a:br>
              <a:rPr lang="en-IN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3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&amp; Workflow</a:t>
            </a:r>
          </a:p>
          <a:p>
            <a:pPr marL="152400" indent="0"/>
            <a:endParaRPr lang="en-IN" sz="1300" b="1" i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Creation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Sources: PDF (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GALE </a:t>
            </a:r>
            <a:r>
              <a:rPr lang="en-IN" sz="1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Encyclopedia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Medicine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Jacqueline L.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Tool: </a:t>
            </a:r>
            <a:r>
              <a:rPr lang="en-IN" sz="11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library for text extraction.</a:t>
            </a:r>
            <a:b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1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Embeddings, Semantic Indexing &amp; Retrieva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IN" sz="11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Embeddings: Uses sentence-transformers/all-MiniLM-L6-v2 from Hugging Face for text-to-vector conversion.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Database: Pinecone for storing embeddings and enabling similarity search.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Indexing: Creates a searchable knowledge repository.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Retrieval: Retrieving relevant text chunks using similarity search</a:t>
            </a:r>
            <a:b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1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Model: Gemini 1.5 Flash for generating responses.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Chaining: </a:t>
            </a:r>
            <a:r>
              <a:rPr lang="en-IN" sz="11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orchestrates the pipeline (retrieval → generation).</a:t>
            </a:r>
            <a:b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1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Query Handling</a:t>
            </a:r>
          </a:p>
          <a:p>
            <a:pPr marL="628650" lvl="1" indent="-171450" algn="l">
              <a:buFont typeface="Wingdings" pitchFamily="2" charset="2"/>
              <a:buChar char="Ø"/>
            </a:pPr>
            <a:r>
              <a:rPr lang="en-IN" sz="11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Semantic search in Pinecone → Retrieved context → Gemini response generation.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oogle Shape;887;p36">
            <a:extLst>
              <a:ext uri="{FF2B5EF4-FFF2-40B4-BE49-F238E27FC236}">
                <a16:creationId xmlns:a16="http://schemas.microsoft.com/office/drawing/2014/main" id="{4D7481ED-1C39-856E-F124-9858452D078D}"/>
              </a:ext>
            </a:extLst>
          </p:cNvPr>
          <p:cNvGrpSpPr/>
          <p:nvPr/>
        </p:nvGrpSpPr>
        <p:grpSpPr>
          <a:xfrm>
            <a:off x="7430691" y="1905748"/>
            <a:ext cx="1075735" cy="521595"/>
            <a:chOff x="8077891" y="1365331"/>
            <a:chExt cx="983484" cy="476865"/>
          </a:xfrm>
        </p:grpSpPr>
        <p:sp>
          <p:nvSpPr>
            <p:cNvPr id="3" name="Google Shape;888;p36">
              <a:extLst>
                <a:ext uri="{FF2B5EF4-FFF2-40B4-BE49-F238E27FC236}">
                  <a16:creationId xmlns:a16="http://schemas.microsoft.com/office/drawing/2014/main" id="{2772A175-A0D5-BDBC-ACB8-40214B1F6E6E}"/>
                </a:ext>
              </a:extLst>
            </p:cNvPr>
            <p:cNvSpPr/>
            <p:nvPr/>
          </p:nvSpPr>
          <p:spPr>
            <a:xfrm>
              <a:off x="8077891" y="1480861"/>
              <a:ext cx="983484" cy="361334"/>
            </a:xfrm>
            <a:custGeom>
              <a:avLst/>
              <a:gdLst/>
              <a:ahLst/>
              <a:cxnLst/>
              <a:rect l="l" t="t" r="r" b="b"/>
              <a:pathLst>
                <a:path w="480" h="176" extrusionOk="0">
                  <a:moveTo>
                    <a:pt x="4" y="9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0" y="159"/>
                    <a:pt x="67" y="176"/>
                    <a:pt x="87" y="176"/>
                  </a:cubicBezTo>
                  <a:cubicBezTo>
                    <a:pt x="443" y="176"/>
                    <a:pt x="443" y="176"/>
                    <a:pt x="443" y="176"/>
                  </a:cubicBezTo>
                  <a:cubicBezTo>
                    <a:pt x="463" y="176"/>
                    <a:pt x="480" y="159"/>
                    <a:pt x="480" y="139"/>
                  </a:cubicBezTo>
                  <a:cubicBezTo>
                    <a:pt x="480" y="37"/>
                    <a:pt x="480" y="37"/>
                    <a:pt x="480" y="37"/>
                  </a:cubicBezTo>
                  <a:cubicBezTo>
                    <a:pt x="480" y="17"/>
                    <a:pt x="463" y="0"/>
                    <a:pt x="44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6"/>
                    <a:pt x="4" y="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889;p36">
              <a:extLst>
                <a:ext uri="{FF2B5EF4-FFF2-40B4-BE49-F238E27FC236}">
                  <a16:creationId xmlns:a16="http://schemas.microsoft.com/office/drawing/2014/main" id="{7A7AE311-8EA7-E90B-F110-8F270C98CF88}"/>
                </a:ext>
              </a:extLst>
            </p:cNvPr>
            <p:cNvSpPr/>
            <p:nvPr/>
          </p:nvSpPr>
          <p:spPr>
            <a:xfrm>
              <a:off x="8797573" y="1413274"/>
              <a:ext cx="47700" cy="47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890;p36">
              <a:extLst>
                <a:ext uri="{FF2B5EF4-FFF2-40B4-BE49-F238E27FC236}">
                  <a16:creationId xmlns:a16="http://schemas.microsoft.com/office/drawing/2014/main" id="{2A071203-4CA5-7BB7-501C-4A0D96482CE5}"/>
                </a:ext>
              </a:extLst>
            </p:cNvPr>
            <p:cNvSpPr/>
            <p:nvPr/>
          </p:nvSpPr>
          <p:spPr>
            <a:xfrm>
              <a:off x="8334377" y="1612570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91;p36">
              <a:extLst>
                <a:ext uri="{FF2B5EF4-FFF2-40B4-BE49-F238E27FC236}">
                  <a16:creationId xmlns:a16="http://schemas.microsoft.com/office/drawing/2014/main" id="{A4140A6A-B5D8-3157-4887-8CF21964586D}"/>
                </a:ext>
              </a:extLst>
            </p:cNvPr>
            <p:cNvSpPr/>
            <p:nvPr/>
          </p:nvSpPr>
          <p:spPr>
            <a:xfrm>
              <a:off x="8334377" y="1674093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892;p36">
              <a:extLst>
                <a:ext uri="{FF2B5EF4-FFF2-40B4-BE49-F238E27FC236}">
                  <a16:creationId xmlns:a16="http://schemas.microsoft.com/office/drawing/2014/main" id="{739E0B35-AE6B-FADF-22C6-DF459275D8BC}"/>
                </a:ext>
              </a:extLst>
            </p:cNvPr>
            <p:cNvSpPr/>
            <p:nvPr/>
          </p:nvSpPr>
          <p:spPr>
            <a:xfrm>
              <a:off x="8334377" y="1735614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" name="Google Shape;893;p36">
              <a:extLst>
                <a:ext uri="{FF2B5EF4-FFF2-40B4-BE49-F238E27FC236}">
                  <a16:creationId xmlns:a16="http://schemas.microsoft.com/office/drawing/2014/main" id="{3828B372-7AB5-B08C-F0C5-E44FA07DDC19}"/>
                </a:ext>
              </a:extLst>
            </p:cNvPr>
            <p:cNvGrpSpPr/>
            <p:nvPr/>
          </p:nvGrpSpPr>
          <p:grpSpPr>
            <a:xfrm>
              <a:off x="8721046" y="1365331"/>
              <a:ext cx="201752" cy="202179"/>
              <a:chOff x="5471892" y="3290059"/>
              <a:chExt cx="174300" cy="174654"/>
            </a:xfrm>
          </p:grpSpPr>
          <p:sp>
            <p:nvSpPr>
              <p:cNvPr id="9" name="Google Shape;894;p36">
                <a:extLst>
                  <a:ext uri="{FF2B5EF4-FFF2-40B4-BE49-F238E27FC236}">
                    <a16:creationId xmlns:a16="http://schemas.microsoft.com/office/drawing/2014/main" id="{F4AB6DA1-CD89-DFBB-2169-418453C7FAE0}"/>
                  </a:ext>
                </a:extLst>
              </p:cNvPr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895;p36">
                <a:extLst>
                  <a:ext uri="{FF2B5EF4-FFF2-40B4-BE49-F238E27FC236}">
                    <a16:creationId xmlns:a16="http://schemas.microsoft.com/office/drawing/2014/main" id="{41DE68A2-E5B9-7187-C454-51CAF8EA6E8C}"/>
                  </a:ext>
                </a:extLst>
              </p:cNvPr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896;p36">
                <a:extLst>
                  <a:ext uri="{FF2B5EF4-FFF2-40B4-BE49-F238E27FC236}">
                    <a16:creationId xmlns:a16="http://schemas.microsoft.com/office/drawing/2014/main" id="{64B22340-209F-B55E-F5B2-7D7784901E3B}"/>
                  </a:ext>
                </a:extLst>
              </p:cNvPr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51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Project</a:t>
            </a:r>
            <a:r>
              <a:rPr lang="en-IN" sz="2800" b="1" u="none" dirty="0">
                <a:solidFill>
                  <a:schemeClr val="dk1"/>
                </a:solidFill>
                <a:sym typeface="Inter"/>
              </a:rPr>
              <a:t> </a:t>
            </a:r>
            <a:r>
              <a:rPr lang="en-IN" sz="2800" b="1" u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milestones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Google Shape;809;p34"/>
          <p:cNvSpPr txBox="1">
            <a:spLocks noGrp="1"/>
          </p:cNvSpPr>
          <p:nvPr>
            <p:ph type="subTitle" idx="2"/>
          </p:nvPr>
        </p:nvSpPr>
        <p:spPr>
          <a:xfrm>
            <a:off x="559345" y="1169378"/>
            <a:ext cx="7869496" cy="3529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 &amp; Processing – Extract the text from PDF and embed them into numerical vector representation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 – Integrate Large Language Model for generating response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Development – Build APIs for chatbot integration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Design &amp; Integration – Develop and integrate a user-friendly chatbot interface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 Testing – Evaluate the model using different metrics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– Completion of documentation and papers.</a:t>
            </a:r>
          </a:p>
          <a:p>
            <a:pPr marL="800100" lvl="1" indent="-342900">
              <a:buFont typeface="+mj-lt"/>
              <a:buAutoNum type="arabicPeriod"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28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42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800" b="1" dirty="0">
                <a:solidFill>
                  <a:schemeClr val="dk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Technology stack</a:t>
            </a:r>
            <a:endParaRPr kumimoji="0" lang="en-US" altLang="en-US" sz="2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</p:txBody>
      </p:sp>
      <p:grpSp>
        <p:nvGrpSpPr>
          <p:cNvPr id="2" name="Google Shape;887;p36">
            <a:extLst>
              <a:ext uri="{FF2B5EF4-FFF2-40B4-BE49-F238E27FC236}">
                <a16:creationId xmlns:a16="http://schemas.microsoft.com/office/drawing/2014/main" id="{4D7481ED-1C39-856E-F124-9858452D078D}"/>
              </a:ext>
            </a:extLst>
          </p:cNvPr>
          <p:cNvGrpSpPr/>
          <p:nvPr/>
        </p:nvGrpSpPr>
        <p:grpSpPr>
          <a:xfrm>
            <a:off x="7492237" y="560525"/>
            <a:ext cx="1075735" cy="521595"/>
            <a:chOff x="8077891" y="1365331"/>
            <a:chExt cx="983484" cy="476865"/>
          </a:xfrm>
        </p:grpSpPr>
        <p:sp>
          <p:nvSpPr>
            <p:cNvPr id="3" name="Google Shape;888;p36">
              <a:extLst>
                <a:ext uri="{FF2B5EF4-FFF2-40B4-BE49-F238E27FC236}">
                  <a16:creationId xmlns:a16="http://schemas.microsoft.com/office/drawing/2014/main" id="{2772A175-A0D5-BDBC-ACB8-40214B1F6E6E}"/>
                </a:ext>
              </a:extLst>
            </p:cNvPr>
            <p:cNvSpPr/>
            <p:nvPr/>
          </p:nvSpPr>
          <p:spPr>
            <a:xfrm>
              <a:off x="8077891" y="1480861"/>
              <a:ext cx="983484" cy="361334"/>
            </a:xfrm>
            <a:custGeom>
              <a:avLst/>
              <a:gdLst/>
              <a:ahLst/>
              <a:cxnLst/>
              <a:rect l="l" t="t" r="r" b="b"/>
              <a:pathLst>
                <a:path w="480" h="176" extrusionOk="0">
                  <a:moveTo>
                    <a:pt x="4" y="9"/>
                  </a:moveTo>
                  <a:cubicBezTo>
                    <a:pt x="50" y="56"/>
                    <a:pt x="50" y="56"/>
                    <a:pt x="50" y="56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0" y="159"/>
                    <a:pt x="67" y="176"/>
                    <a:pt x="87" y="176"/>
                  </a:cubicBezTo>
                  <a:cubicBezTo>
                    <a:pt x="443" y="176"/>
                    <a:pt x="443" y="176"/>
                    <a:pt x="443" y="176"/>
                  </a:cubicBezTo>
                  <a:cubicBezTo>
                    <a:pt x="463" y="176"/>
                    <a:pt x="480" y="159"/>
                    <a:pt x="480" y="139"/>
                  </a:cubicBezTo>
                  <a:cubicBezTo>
                    <a:pt x="480" y="37"/>
                    <a:pt x="480" y="37"/>
                    <a:pt x="480" y="37"/>
                  </a:cubicBezTo>
                  <a:cubicBezTo>
                    <a:pt x="480" y="17"/>
                    <a:pt x="463" y="0"/>
                    <a:pt x="44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6"/>
                    <a:pt x="4" y="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889;p36">
              <a:extLst>
                <a:ext uri="{FF2B5EF4-FFF2-40B4-BE49-F238E27FC236}">
                  <a16:creationId xmlns:a16="http://schemas.microsoft.com/office/drawing/2014/main" id="{7A7AE311-8EA7-E90B-F110-8F270C98CF88}"/>
                </a:ext>
              </a:extLst>
            </p:cNvPr>
            <p:cNvSpPr/>
            <p:nvPr/>
          </p:nvSpPr>
          <p:spPr>
            <a:xfrm>
              <a:off x="8797573" y="1413274"/>
              <a:ext cx="47700" cy="47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890;p36">
              <a:extLst>
                <a:ext uri="{FF2B5EF4-FFF2-40B4-BE49-F238E27FC236}">
                  <a16:creationId xmlns:a16="http://schemas.microsoft.com/office/drawing/2014/main" id="{2A071203-4CA5-7BB7-501C-4A0D96482CE5}"/>
                </a:ext>
              </a:extLst>
            </p:cNvPr>
            <p:cNvSpPr/>
            <p:nvPr/>
          </p:nvSpPr>
          <p:spPr>
            <a:xfrm>
              <a:off x="8334377" y="1612570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891;p36">
              <a:extLst>
                <a:ext uri="{FF2B5EF4-FFF2-40B4-BE49-F238E27FC236}">
                  <a16:creationId xmlns:a16="http://schemas.microsoft.com/office/drawing/2014/main" id="{A4140A6A-B5D8-3157-4887-8CF21964586D}"/>
                </a:ext>
              </a:extLst>
            </p:cNvPr>
            <p:cNvSpPr/>
            <p:nvPr/>
          </p:nvSpPr>
          <p:spPr>
            <a:xfrm>
              <a:off x="8334377" y="1674093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892;p36">
              <a:extLst>
                <a:ext uri="{FF2B5EF4-FFF2-40B4-BE49-F238E27FC236}">
                  <a16:creationId xmlns:a16="http://schemas.microsoft.com/office/drawing/2014/main" id="{739E0B35-AE6B-FADF-22C6-DF459275D8BC}"/>
                </a:ext>
              </a:extLst>
            </p:cNvPr>
            <p:cNvSpPr/>
            <p:nvPr/>
          </p:nvSpPr>
          <p:spPr>
            <a:xfrm>
              <a:off x="8334377" y="1735614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4" y="8"/>
                  </a:moveTo>
                  <a:cubicBezTo>
                    <a:pt x="274" y="8"/>
                    <a:pt x="274" y="8"/>
                    <a:pt x="274" y="8"/>
                  </a:cubicBezTo>
                  <a:cubicBezTo>
                    <a:pt x="276" y="8"/>
                    <a:pt x="277" y="6"/>
                    <a:pt x="277" y="4"/>
                  </a:cubicBezTo>
                  <a:cubicBezTo>
                    <a:pt x="277" y="2"/>
                    <a:pt x="276" y="0"/>
                    <a:pt x="27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2" y="8"/>
                    <a:pt x="4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" name="Google Shape;893;p36">
              <a:extLst>
                <a:ext uri="{FF2B5EF4-FFF2-40B4-BE49-F238E27FC236}">
                  <a16:creationId xmlns:a16="http://schemas.microsoft.com/office/drawing/2014/main" id="{3828B372-7AB5-B08C-F0C5-E44FA07DDC19}"/>
                </a:ext>
              </a:extLst>
            </p:cNvPr>
            <p:cNvGrpSpPr/>
            <p:nvPr/>
          </p:nvGrpSpPr>
          <p:grpSpPr>
            <a:xfrm>
              <a:off x="8721046" y="1365331"/>
              <a:ext cx="201752" cy="202179"/>
              <a:chOff x="5471892" y="3290059"/>
              <a:chExt cx="174300" cy="174654"/>
            </a:xfrm>
          </p:grpSpPr>
          <p:sp>
            <p:nvSpPr>
              <p:cNvPr id="9" name="Google Shape;894;p36">
                <a:extLst>
                  <a:ext uri="{FF2B5EF4-FFF2-40B4-BE49-F238E27FC236}">
                    <a16:creationId xmlns:a16="http://schemas.microsoft.com/office/drawing/2014/main" id="{F4AB6DA1-CD89-DFBB-2169-418453C7FAE0}"/>
                  </a:ext>
                </a:extLst>
              </p:cNvPr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895;p36">
                <a:extLst>
                  <a:ext uri="{FF2B5EF4-FFF2-40B4-BE49-F238E27FC236}">
                    <a16:creationId xmlns:a16="http://schemas.microsoft.com/office/drawing/2014/main" id="{41DE68A2-E5B9-7187-C454-51CAF8EA6E8C}"/>
                  </a:ext>
                </a:extLst>
              </p:cNvPr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896;p36">
                <a:extLst>
                  <a:ext uri="{FF2B5EF4-FFF2-40B4-BE49-F238E27FC236}">
                    <a16:creationId xmlns:a16="http://schemas.microsoft.com/office/drawing/2014/main" id="{64B22340-209F-B55E-F5B2-7D7784901E3B}"/>
                  </a:ext>
                </a:extLst>
              </p:cNvPr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0B2C5AC-B382-4D81-5244-AD24EDFF5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34856"/>
              </p:ext>
            </p:extLst>
          </p:nvPr>
        </p:nvGraphicFramePr>
        <p:xfrm>
          <a:off x="597658" y="1352550"/>
          <a:ext cx="7048500" cy="3169920"/>
        </p:xfrm>
        <a:graphic>
          <a:graphicData uri="http://schemas.openxmlformats.org/drawingml/2006/table">
            <a:tbl>
              <a:tblPr>
                <a:tableStyleId>{78B1EB91-987C-4D72-BB76-E49D15DE61A1}</a:tableStyleId>
              </a:tblPr>
              <a:tblGrid>
                <a:gridCol w="3524250">
                  <a:extLst>
                    <a:ext uri="{9D8B030D-6E8A-4147-A177-3AD203B41FA5}">
                      <a16:colId xmlns:a16="http://schemas.microsoft.com/office/drawing/2014/main" val="1615739008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514424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</a:rPr>
                        <a:t>Component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</a:rPr>
                        <a:t>Tools/Libraries Used</a:t>
                      </a:r>
                      <a:endParaRPr lang="en-IN" sz="16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068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 err="1">
                          <a:solidFill>
                            <a:schemeClr val="tx1"/>
                          </a:solidFill>
                          <a:effectLst/>
                        </a:rPr>
                        <a:t>PyPDF</a:t>
                      </a: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, Python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018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Embeddings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Hugging Face Transformers (sentence-transformers/all-MiniLM-L6-v2)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69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Vector Database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Pinecone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784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LLM Framework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 err="1">
                          <a:solidFill>
                            <a:schemeClr val="tx1"/>
                          </a:solidFill>
                          <a:effectLst/>
                        </a:rPr>
                        <a:t>LangChain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89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>
                          <a:solidFill>
                            <a:schemeClr val="tx1"/>
                          </a:solidFill>
                          <a:effectLst/>
                        </a:rPr>
                        <a:t>Model API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Gemini 1.5 Flash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769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Frontend/Backend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b="0" u="none" strike="noStrike" cap="none" dirty="0" err="1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Streamlit</a:t>
                      </a:r>
                      <a:r>
                        <a:rPr lang="en-IN" sz="1600" b="0" u="none" strike="noStrike" cap="none" dirty="0">
                          <a:solidFill>
                            <a:schemeClr val="tx1"/>
                          </a:solidFill>
                          <a:effectLst/>
                          <a:sym typeface="Arial"/>
                        </a:rPr>
                        <a:t>, Flask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245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Version Control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</a:rPr>
                        <a:t>Git/GitHub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31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260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1422" name="Google Shape;1422;p49"/>
          <p:cNvSpPr txBox="1">
            <a:spLocks noGrp="1"/>
          </p:cNvSpPr>
          <p:nvPr>
            <p:ph type="body" idx="1"/>
          </p:nvPr>
        </p:nvSpPr>
        <p:spPr>
          <a:xfrm>
            <a:off x="719999" y="1152475"/>
            <a:ext cx="491343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John Snow Labs. Medical Chatbot [Online]. Available: </a:t>
            </a:r>
            <a:r>
              <a:rPr lang="en-IN" b="0" i="0" dirty="0">
                <a:effectLst/>
                <a:latin typeface="fkGroteskNeue"/>
                <a:hlinkClick r:id="rId3"/>
              </a:rPr>
              <a:t>https://www.johnsnowlabs.com/medical-chatbot/</a:t>
            </a:r>
            <a:r>
              <a:rPr lang="en-IN" b="0" i="0" dirty="0">
                <a:effectLst/>
                <a:latin typeface="fkGroteskNeue"/>
              </a:rPr>
              <a:t> .</a:t>
            </a:r>
            <a:br>
              <a:rPr lang="en-IN" b="0" i="0" dirty="0">
                <a:effectLst/>
                <a:latin typeface="fkGroteskNeue"/>
              </a:rPr>
            </a:br>
            <a:endParaRPr lang="en-IN" b="0" i="0" dirty="0">
              <a:effectLst/>
              <a:latin typeface="fkGroteskNeue"/>
            </a:endParaRP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Topflight Apps. </a:t>
            </a:r>
            <a:r>
              <a:rPr lang="en-IN" b="0" i="0" dirty="0" err="1">
                <a:effectLst/>
                <a:latin typeface="fkGroteskNeue"/>
              </a:rPr>
              <a:t>ChatGPT</a:t>
            </a:r>
            <a:r>
              <a:rPr lang="en-IN" b="0" i="0" dirty="0">
                <a:effectLst/>
                <a:latin typeface="fkGroteskNeue"/>
              </a:rPr>
              <a:t> in Healthcare [Online]. Available: </a:t>
            </a:r>
            <a:r>
              <a:rPr lang="en-IN" b="0" i="0" dirty="0">
                <a:effectLst/>
                <a:latin typeface="fkGroteskNeue"/>
                <a:hlinkClick r:id="rId4"/>
              </a:rPr>
              <a:t>https://topflightapps.com/ideas/chatgpt-in-healthcare/</a:t>
            </a:r>
            <a:r>
              <a:rPr lang="en-IN" b="0" i="0" dirty="0">
                <a:effectLst/>
                <a:latin typeface="fkGroteskNeue"/>
              </a:rPr>
              <a:t>. </a:t>
            </a:r>
            <a:br>
              <a:rPr lang="en-IN" b="0" i="0" dirty="0">
                <a:effectLst/>
                <a:latin typeface="fkGroteskNeue"/>
              </a:rPr>
            </a:br>
            <a:endParaRPr lang="en-IN" b="0" i="0" dirty="0">
              <a:effectLst/>
              <a:latin typeface="fkGroteskNeue"/>
            </a:endParaRP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b="0" i="0" dirty="0">
                <a:effectLst/>
                <a:latin typeface="fkGroteskNeue"/>
              </a:rPr>
              <a:t>M. D'Arcy, A. Taaffe, and P. Sweeney, "</a:t>
            </a:r>
            <a:r>
              <a:rPr lang="en-IN" b="0" i="0" dirty="0" err="1">
                <a:effectLst/>
                <a:latin typeface="fkGroteskNeue"/>
              </a:rPr>
              <a:t>DiagnoBot</a:t>
            </a:r>
            <a:r>
              <a:rPr lang="en-IN" b="0" i="0" dirty="0">
                <a:effectLst/>
                <a:latin typeface="fkGroteskNeue"/>
              </a:rPr>
              <a:t>: A Conversational AI System for Preliminary Medical Diagnosis," in </a:t>
            </a:r>
            <a:r>
              <a:rPr lang="en-IN" b="0" i="1" dirty="0">
                <a:effectLst/>
                <a:latin typeface="fkGroteskNeue"/>
              </a:rPr>
              <a:t>Proc. 57th Hawaii International Conference on System Sciences</a:t>
            </a:r>
            <a:r>
              <a:rPr lang="en-IN" b="0" i="0" dirty="0">
                <a:effectLst/>
                <a:latin typeface="fkGroteskNeue"/>
              </a:rPr>
              <a:t>, 2021. </a:t>
            </a:r>
            <a:br>
              <a:rPr lang="en-IN" b="0" i="0" dirty="0">
                <a:effectLst/>
                <a:latin typeface="fkGroteskNeue"/>
              </a:rPr>
            </a:br>
            <a:endParaRPr lang="en-IN" b="0" i="0" dirty="0">
              <a:effectLst/>
              <a:latin typeface="fkGroteskNeue"/>
            </a:endParaRP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IN" b="0" i="0" dirty="0" err="1">
                <a:effectLst/>
                <a:latin typeface="fkGroteskNeue"/>
              </a:rPr>
              <a:t>Matellio</a:t>
            </a:r>
            <a:r>
              <a:rPr lang="en-IN" b="0" i="0" dirty="0">
                <a:effectLst/>
                <a:latin typeface="fkGroteskNeue"/>
              </a:rPr>
              <a:t>. Medical AI Chatbot Development [Online]. Available: </a:t>
            </a:r>
            <a:r>
              <a:rPr lang="en-IN" b="0" i="0" dirty="0">
                <a:effectLst/>
                <a:latin typeface="fkGroteskNeue"/>
                <a:hlinkClick r:id="rId5"/>
              </a:rPr>
              <a:t>https://www.matellio.com/blog/medical-ai-chatbot-development/</a:t>
            </a:r>
            <a:r>
              <a:rPr lang="en-IN" b="0" i="0" dirty="0">
                <a:effectLst/>
                <a:latin typeface="fkGroteskNeue"/>
              </a:rPr>
              <a:t>. </a:t>
            </a:r>
          </a:p>
        </p:txBody>
      </p:sp>
      <p:sp>
        <p:nvSpPr>
          <p:cNvPr id="1424" name="Google Shape;1424;p49"/>
          <p:cNvSpPr/>
          <p:nvPr/>
        </p:nvSpPr>
        <p:spPr>
          <a:xfrm>
            <a:off x="5973900" y="4294738"/>
            <a:ext cx="567561" cy="16464"/>
          </a:xfrm>
          <a:custGeom>
            <a:avLst/>
            <a:gdLst/>
            <a:ahLst/>
            <a:cxnLst/>
            <a:rect l="l" t="t" r="r" b="b"/>
            <a:pathLst>
              <a:path w="277" h="8" extrusionOk="0">
                <a:moveTo>
                  <a:pt x="273" y="8"/>
                </a:moveTo>
                <a:cubicBezTo>
                  <a:pt x="3" y="8"/>
                  <a:pt x="3" y="8"/>
                  <a:pt x="3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1"/>
                  <a:pt x="2" y="0"/>
                  <a:pt x="3" y="0"/>
                </a:cubicBezTo>
                <a:cubicBezTo>
                  <a:pt x="273" y="0"/>
                  <a:pt x="273" y="0"/>
                  <a:pt x="273" y="0"/>
                </a:cubicBezTo>
                <a:cubicBezTo>
                  <a:pt x="275" y="0"/>
                  <a:pt x="277" y="1"/>
                  <a:pt x="277" y="4"/>
                </a:cubicBezTo>
                <a:cubicBezTo>
                  <a:pt x="277" y="6"/>
                  <a:pt x="275" y="8"/>
                  <a:pt x="273" y="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5" name="Google Shape;1425;p49"/>
          <p:cNvGrpSpPr/>
          <p:nvPr/>
        </p:nvGrpSpPr>
        <p:grpSpPr>
          <a:xfrm>
            <a:off x="5973900" y="1255050"/>
            <a:ext cx="2424737" cy="1316700"/>
            <a:chOff x="5814463" y="3158724"/>
            <a:chExt cx="2424737" cy="1316700"/>
          </a:xfrm>
        </p:grpSpPr>
        <p:grpSp>
          <p:nvGrpSpPr>
            <p:cNvPr id="1426" name="Google Shape;1426;p49"/>
            <p:cNvGrpSpPr/>
            <p:nvPr/>
          </p:nvGrpSpPr>
          <p:grpSpPr>
            <a:xfrm>
              <a:off x="6920400" y="3158724"/>
              <a:ext cx="1318800" cy="1316700"/>
              <a:chOff x="-774550" y="1128399"/>
              <a:chExt cx="1318800" cy="1316700"/>
            </a:xfrm>
          </p:grpSpPr>
          <p:sp>
            <p:nvSpPr>
              <p:cNvPr id="1427" name="Google Shape;1427;p49"/>
              <p:cNvSpPr/>
              <p:nvPr/>
            </p:nvSpPr>
            <p:spPr>
              <a:xfrm>
                <a:off x="-774550" y="1128399"/>
                <a:ext cx="1318800" cy="131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49"/>
              <p:cNvSpPr/>
              <p:nvPr/>
            </p:nvSpPr>
            <p:spPr>
              <a:xfrm>
                <a:off x="-696634" y="1204389"/>
                <a:ext cx="1162800" cy="116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49"/>
              <p:cNvSpPr/>
              <p:nvPr/>
            </p:nvSpPr>
            <p:spPr>
              <a:xfrm>
                <a:off x="-429846" y="1997512"/>
                <a:ext cx="633635" cy="375176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24" extrusionOk="0">
                    <a:moveTo>
                      <a:pt x="208" y="89"/>
                    </a:moveTo>
                    <a:cubicBezTo>
                      <a:pt x="201" y="39"/>
                      <a:pt x="157" y="0"/>
                      <a:pt x="105" y="0"/>
                    </a:cubicBezTo>
                    <a:cubicBezTo>
                      <a:pt x="54" y="0"/>
                      <a:pt x="11" y="37"/>
                      <a:pt x="2" y="86"/>
                    </a:cubicBezTo>
                    <a:cubicBezTo>
                      <a:pt x="2" y="89"/>
                      <a:pt x="1" y="91"/>
                      <a:pt x="0" y="94"/>
                    </a:cubicBezTo>
                    <a:cubicBezTo>
                      <a:pt x="1" y="94"/>
                      <a:pt x="1" y="94"/>
                      <a:pt x="1" y="94"/>
                    </a:cubicBezTo>
                    <a:cubicBezTo>
                      <a:pt x="31" y="113"/>
                      <a:pt x="67" y="124"/>
                      <a:pt x="105" y="124"/>
                    </a:cubicBezTo>
                    <a:cubicBezTo>
                      <a:pt x="143" y="124"/>
                      <a:pt x="178" y="113"/>
                      <a:pt x="208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2"/>
                      <a:pt x="208" y="91"/>
                      <a:pt x="208" y="8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49"/>
              <p:cNvSpPr/>
              <p:nvPr/>
            </p:nvSpPr>
            <p:spPr>
              <a:xfrm>
                <a:off x="-579917" y="1520205"/>
                <a:ext cx="45855" cy="248034"/>
              </a:xfrm>
              <a:custGeom>
                <a:avLst/>
                <a:gdLst/>
                <a:ahLst/>
                <a:cxnLst/>
                <a:rect l="l" t="t" r="r" b="b"/>
                <a:pathLst>
                  <a:path w="15" h="82" extrusionOk="0">
                    <a:moveTo>
                      <a:pt x="7" y="82"/>
                    </a:moveTo>
                    <a:cubicBezTo>
                      <a:pt x="7" y="82"/>
                      <a:pt x="7" y="82"/>
                      <a:pt x="7" y="82"/>
                    </a:cubicBezTo>
                    <a:cubicBezTo>
                      <a:pt x="3" y="82"/>
                      <a:pt x="0" y="78"/>
                      <a:pt x="0" y="7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2" y="0"/>
                      <a:pt x="15" y="4"/>
                      <a:pt x="15" y="8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8"/>
                      <a:pt x="12" y="82"/>
                      <a:pt x="7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49"/>
              <p:cNvSpPr/>
              <p:nvPr/>
            </p:nvSpPr>
            <p:spPr>
              <a:xfrm>
                <a:off x="-552821" y="1576480"/>
                <a:ext cx="252300" cy="25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49"/>
              <p:cNvSpPr/>
              <p:nvPr/>
            </p:nvSpPr>
            <p:spPr>
              <a:xfrm>
                <a:off x="76645" y="1576480"/>
                <a:ext cx="249900" cy="25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49"/>
              <p:cNvSpPr/>
              <p:nvPr/>
            </p:nvSpPr>
            <p:spPr>
              <a:xfrm>
                <a:off x="22452" y="2114233"/>
                <a:ext cx="72951" cy="43771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" extrusionOk="0">
                    <a:moveTo>
                      <a:pt x="17" y="14"/>
                    </a:move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1"/>
                      <a:pt x="21" y="14"/>
                      <a:pt x="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9"/>
              <p:cNvSpPr/>
              <p:nvPr/>
            </p:nvSpPr>
            <p:spPr>
              <a:xfrm>
                <a:off x="22452" y="2166342"/>
                <a:ext cx="72951" cy="39603"/>
              </a:xfrm>
              <a:custGeom>
                <a:avLst/>
                <a:gdLst/>
                <a:ahLst/>
                <a:cxnLst/>
                <a:rect l="l" t="t" r="r" b="b"/>
                <a:pathLst>
                  <a:path w="24" h="13" extrusionOk="0">
                    <a:moveTo>
                      <a:pt x="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0"/>
                      <a:pt x="21" y="13"/>
                      <a:pt x="1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49"/>
              <p:cNvSpPr/>
              <p:nvPr/>
            </p:nvSpPr>
            <p:spPr>
              <a:xfrm>
                <a:off x="62055" y="2245546"/>
                <a:ext cx="33300" cy="33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49"/>
              <p:cNvSpPr/>
              <p:nvPr/>
            </p:nvSpPr>
            <p:spPr>
              <a:xfrm>
                <a:off x="-4643" y="2245546"/>
                <a:ext cx="35700" cy="33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49"/>
              <p:cNvSpPr/>
              <p:nvPr/>
            </p:nvSpPr>
            <p:spPr>
              <a:xfrm>
                <a:off x="-250594" y="1772406"/>
                <a:ext cx="275131" cy="404357"/>
              </a:xfrm>
              <a:custGeom>
                <a:avLst/>
                <a:gdLst/>
                <a:ahLst/>
                <a:cxnLst/>
                <a:rect l="l" t="t" r="r" b="b"/>
                <a:pathLst>
                  <a:path w="91" h="133" extrusionOk="0">
                    <a:moveTo>
                      <a:pt x="45" y="133"/>
                    </a:moveTo>
                    <a:cubicBezTo>
                      <a:pt x="45" y="133"/>
                      <a:pt x="45" y="133"/>
                      <a:pt x="45" y="133"/>
                    </a:cubicBezTo>
                    <a:cubicBezTo>
                      <a:pt x="20" y="133"/>
                      <a:pt x="0" y="113"/>
                      <a:pt x="0" y="8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1"/>
                      <a:pt x="20" y="0"/>
                      <a:pt x="45" y="0"/>
                    </a:cubicBezTo>
                    <a:cubicBezTo>
                      <a:pt x="71" y="0"/>
                      <a:pt x="91" y="21"/>
                      <a:pt x="91" y="46"/>
                    </a:cubicBezTo>
                    <a:cubicBezTo>
                      <a:pt x="91" y="87"/>
                      <a:pt x="91" y="87"/>
                      <a:pt x="91" y="87"/>
                    </a:cubicBezTo>
                    <a:cubicBezTo>
                      <a:pt x="91" y="113"/>
                      <a:pt x="71" y="133"/>
                      <a:pt x="45" y="1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49"/>
              <p:cNvSpPr/>
              <p:nvPr/>
            </p:nvSpPr>
            <p:spPr>
              <a:xfrm>
                <a:off x="-236004" y="1799503"/>
                <a:ext cx="245951" cy="35225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16" extrusionOk="0">
                    <a:moveTo>
                      <a:pt x="40" y="116"/>
                    </a:moveTo>
                    <a:cubicBezTo>
                      <a:pt x="40" y="116"/>
                      <a:pt x="40" y="116"/>
                      <a:pt x="40" y="116"/>
                    </a:cubicBezTo>
                    <a:cubicBezTo>
                      <a:pt x="18" y="116"/>
                      <a:pt x="0" y="98"/>
                      <a:pt x="0" y="7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1" y="18"/>
                      <a:pt x="81" y="40"/>
                    </a:cubicBezTo>
                    <a:cubicBezTo>
                      <a:pt x="81" y="76"/>
                      <a:pt x="81" y="76"/>
                      <a:pt x="81" y="76"/>
                    </a:cubicBezTo>
                    <a:cubicBezTo>
                      <a:pt x="81" y="98"/>
                      <a:pt x="62" y="116"/>
                      <a:pt x="40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49"/>
              <p:cNvSpPr/>
              <p:nvPr/>
            </p:nvSpPr>
            <p:spPr>
              <a:xfrm>
                <a:off x="-450689" y="1397229"/>
                <a:ext cx="673236" cy="673234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21" extrusionOk="0">
                    <a:moveTo>
                      <a:pt x="147" y="221"/>
                    </a:moveTo>
                    <a:cubicBezTo>
                      <a:pt x="75" y="221"/>
                      <a:pt x="75" y="221"/>
                      <a:pt x="75" y="221"/>
                    </a:cubicBezTo>
                    <a:cubicBezTo>
                      <a:pt x="34" y="221"/>
                      <a:pt x="0" y="188"/>
                      <a:pt x="0" y="14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88" y="0"/>
                      <a:pt x="222" y="34"/>
                      <a:pt x="222" y="75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2" y="188"/>
                      <a:pt x="188" y="221"/>
                      <a:pt x="147" y="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49"/>
              <p:cNvSpPr/>
              <p:nvPr/>
            </p:nvSpPr>
            <p:spPr>
              <a:xfrm>
                <a:off x="-411087" y="1772406"/>
                <a:ext cx="594032" cy="29805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98" extrusionOk="0">
                    <a:moveTo>
                      <a:pt x="15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9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3" y="84"/>
                      <a:pt x="34" y="98"/>
                      <a:pt x="58" y="98"/>
                    </a:cubicBezTo>
                    <a:cubicBezTo>
                      <a:pt x="138" y="98"/>
                      <a:pt x="138" y="98"/>
                      <a:pt x="138" y="98"/>
                    </a:cubicBezTo>
                    <a:cubicBezTo>
                      <a:pt x="162" y="98"/>
                      <a:pt x="183" y="84"/>
                      <a:pt x="196" y="66"/>
                    </a:cubicBezTo>
                    <a:cubicBezTo>
                      <a:pt x="196" y="39"/>
                      <a:pt x="196" y="39"/>
                      <a:pt x="196" y="39"/>
                    </a:cubicBezTo>
                    <a:cubicBezTo>
                      <a:pt x="196" y="17"/>
                      <a:pt x="179" y="0"/>
                      <a:pt x="1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49"/>
              <p:cNvSpPr/>
              <p:nvPr/>
            </p:nvSpPr>
            <p:spPr>
              <a:xfrm>
                <a:off x="-315208" y="1838117"/>
                <a:ext cx="404359" cy="15007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49" extrusionOk="0">
                    <a:moveTo>
                      <a:pt x="126" y="49"/>
                    </a:moveTo>
                    <a:cubicBezTo>
                      <a:pt x="6" y="49"/>
                      <a:pt x="6" y="49"/>
                      <a:pt x="6" y="49"/>
                    </a:cubicBezTo>
                    <a:cubicBezTo>
                      <a:pt x="3" y="49"/>
                      <a:pt x="0" y="46"/>
                      <a:pt x="0" y="4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3" y="3"/>
                      <a:pt x="133" y="6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6"/>
                      <a:pt x="130" y="49"/>
                      <a:pt x="126" y="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49"/>
              <p:cNvSpPr/>
              <p:nvPr/>
            </p:nvSpPr>
            <p:spPr>
              <a:xfrm>
                <a:off x="-267268" y="1877725"/>
                <a:ext cx="304312" cy="771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25" extrusionOk="0">
                    <a:moveTo>
                      <a:pt x="0" y="14"/>
                    </a:moveTo>
                    <a:cubicBezTo>
                      <a:pt x="1" y="15"/>
                      <a:pt x="21" y="25"/>
                      <a:pt x="51" y="25"/>
                    </a:cubicBezTo>
                    <a:cubicBezTo>
                      <a:pt x="66" y="25"/>
                      <a:pt x="83" y="22"/>
                      <a:pt x="100" y="14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79" y="6"/>
                      <a:pt x="64" y="9"/>
                      <a:pt x="51" y="9"/>
                    </a:cubicBezTo>
                    <a:cubicBezTo>
                      <a:pt x="38" y="9"/>
                      <a:pt x="27" y="6"/>
                      <a:pt x="19" y="4"/>
                    </a:cubicBezTo>
                    <a:cubicBezTo>
                      <a:pt x="15" y="3"/>
                      <a:pt x="12" y="2"/>
                      <a:pt x="10" y="1"/>
                    </a:cubicBezTo>
                    <a:cubicBezTo>
                      <a:pt x="9" y="1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49"/>
              <p:cNvSpPr/>
              <p:nvPr/>
            </p:nvSpPr>
            <p:spPr>
              <a:xfrm>
                <a:off x="-311040" y="1507699"/>
                <a:ext cx="400190" cy="218853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2" extrusionOk="0">
                    <a:moveTo>
                      <a:pt x="132" y="36"/>
                    </a:moveTo>
                    <a:cubicBezTo>
                      <a:pt x="132" y="36"/>
                      <a:pt x="132" y="36"/>
                      <a:pt x="132" y="36"/>
                    </a:cubicBezTo>
                    <a:cubicBezTo>
                      <a:pt x="132" y="56"/>
                      <a:pt x="115" y="72"/>
                      <a:pt x="95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16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15" y="0"/>
                      <a:pt x="132" y="16"/>
                      <a:pt x="132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49"/>
              <p:cNvSpPr/>
              <p:nvPr/>
            </p:nvSpPr>
            <p:spPr>
              <a:xfrm>
                <a:off x="-202655" y="1576480"/>
                <a:ext cx="179252" cy="110469"/>
              </a:xfrm>
              <a:custGeom>
                <a:avLst/>
                <a:gdLst/>
                <a:ahLst/>
                <a:cxnLst/>
                <a:rect l="l" t="t" r="r" b="b"/>
                <a:pathLst>
                  <a:path w="59" h="36" extrusionOk="0">
                    <a:moveTo>
                      <a:pt x="52" y="36"/>
                    </a:moveTo>
                    <a:cubicBezTo>
                      <a:pt x="48" y="36"/>
                      <a:pt x="45" y="33"/>
                      <a:pt x="45" y="29"/>
                    </a:cubicBezTo>
                    <a:cubicBezTo>
                      <a:pt x="45" y="21"/>
                      <a:pt x="38" y="14"/>
                      <a:pt x="30" y="14"/>
                    </a:cubicBezTo>
                    <a:cubicBezTo>
                      <a:pt x="21" y="14"/>
                      <a:pt x="15" y="21"/>
                      <a:pt x="15" y="29"/>
                    </a:cubicBezTo>
                    <a:cubicBezTo>
                      <a:pt x="15" y="33"/>
                      <a:pt x="11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6" y="0"/>
                      <a:pt x="59" y="13"/>
                      <a:pt x="59" y="29"/>
                    </a:cubicBezTo>
                    <a:cubicBezTo>
                      <a:pt x="59" y="33"/>
                      <a:pt x="56" y="36"/>
                      <a:pt x="52" y="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49"/>
              <p:cNvSpPr/>
              <p:nvPr/>
            </p:nvSpPr>
            <p:spPr>
              <a:xfrm>
                <a:off x="-402750" y="1526457"/>
                <a:ext cx="66698" cy="35434"/>
              </a:xfrm>
              <a:custGeom>
                <a:avLst/>
                <a:gdLst/>
                <a:ahLst/>
                <a:cxnLst/>
                <a:rect l="l" t="t" r="r" b="b"/>
                <a:pathLst>
                  <a:path w="22" h="12" extrusionOk="0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F9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49"/>
              <p:cNvSpPr/>
              <p:nvPr/>
            </p:nvSpPr>
            <p:spPr>
              <a:xfrm>
                <a:off x="-402750" y="1526457"/>
                <a:ext cx="66698" cy="35434"/>
              </a:xfrm>
              <a:custGeom>
                <a:avLst/>
                <a:gdLst/>
                <a:ahLst/>
                <a:cxnLst/>
                <a:rect l="l" t="t" r="r" b="b"/>
                <a:pathLst>
                  <a:path w="22" h="12" extrusionOk="0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49"/>
              <p:cNvSpPr/>
              <p:nvPr/>
            </p:nvSpPr>
            <p:spPr>
              <a:xfrm>
                <a:off x="-402750" y="1572312"/>
                <a:ext cx="66698" cy="35434"/>
              </a:xfrm>
              <a:custGeom>
                <a:avLst/>
                <a:gdLst/>
                <a:ahLst/>
                <a:cxnLst/>
                <a:rect l="l" t="t" r="r" b="b"/>
                <a:pathLst>
                  <a:path w="22" h="12" extrusionOk="0">
                    <a:moveTo>
                      <a:pt x="1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10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8" name="Google Shape;1448;p49"/>
            <p:cNvSpPr/>
            <p:nvPr/>
          </p:nvSpPr>
          <p:spPr>
            <a:xfrm>
              <a:off x="5814463" y="4040852"/>
              <a:ext cx="982618" cy="360467"/>
            </a:xfrm>
            <a:custGeom>
              <a:avLst/>
              <a:gdLst/>
              <a:ahLst/>
              <a:cxnLst/>
              <a:rect l="l" t="t" r="r" b="b"/>
              <a:pathLst>
                <a:path w="480" h="176" extrusionOk="0">
                  <a:moveTo>
                    <a:pt x="477" y="9"/>
                  </a:moveTo>
                  <a:cubicBezTo>
                    <a:pt x="430" y="56"/>
                    <a:pt x="430" y="56"/>
                    <a:pt x="430" y="56"/>
                  </a:cubicBezTo>
                  <a:cubicBezTo>
                    <a:pt x="430" y="139"/>
                    <a:pt x="430" y="139"/>
                    <a:pt x="430" y="139"/>
                  </a:cubicBezTo>
                  <a:cubicBezTo>
                    <a:pt x="430" y="159"/>
                    <a:pt x="413" y="176"/>
                    <a:pt x="393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17" y="176"/>
                    <a:pt x="0" y="159"/>
                    <a:pt x="0" y="1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7" y="0"/>
                    <a:pt x="37" y="0"/>
                  </a:cubicBezTo>
                  <a:cubicBezTo>
                    <a:pt x="473" y="0"/>
                    <a:pt x="473" y="0"/>
                    <a:pt x="473" y="0"/>
                  </a:cubicBezTo>
                  <a:cubicBezTo>
                    <a:pt x="478" y="0"/>
                    <a:pt x="480" y="5"/>
                    <a:pt x="477" y="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49"/>
            <p:cNvSpPr/>
            <p:nvPr/>
          </p:nvSpPr>
          <p:spPr>
            <a:xfrm>
              <a:off x="6029357" y="3973264"/>
              <a:ext cx="46800" cy="4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9"/>
            <p:cNvSpPr/>
            <p:nvPr/>
          </p:nvSpPr>
          <p:spPr>
            <a:xfrm>
              <a:off x="5973900" y="4171694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2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5973900" y="4233216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2" name="Google Shape;1452;p49"/>
            <p:cNvGrpSpPr/>
            <p:nvPr/>
          </p:nvGrpSpPr>
          <p:grpSpPr>
            <a:xfrm>
              <a:off x="5814463" y="3232831"/>
              <a:ext cx="982618" cy="491298"/>
              <a:chOff x="6728113" y="594706"/>
              <a:chExt cx="982618" cy="491298"/>
            </a:xfrm>
          </p:grpSpPr>
          <p:sp>
            <p:nvSpPr>
              <p:cNvPr id="1453" name="Google Shape;1453;p49"/>
              <p:cNvSpPr/>
              <p:nvPr/>
            </p:nvSpPr>
            <p:spPr>
              <a:xfrm>
                <a:off x="6728113" y="725536"/>
                <a:ext cx="982618" cy="360467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76" extrusionOk="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7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60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49"/>
              <p:cNvSpPr/>
              <p:nvPr/>
            </p:nvSpPr>
            <p:spPr>
              <a:xfrm>
                <a:off x="6943007" y="655349"/>
                <a:ext cx="46800" cy="477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49"/>
              <p:cNvSpPr/>
              <p:nvPr/>
            </p:nvSpPr>
            <p:spPr>
              <a:xfrm>
                <a:off x="6887550" y="854645"/>
                <a:ext cx="567561" cy="1646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49"/>
              <p:cNvSpPr/>
              <p:nvPr/>
            </p:nvSpPr>
            <p:spPr>
              <a:xfrm>
                <a:off x="6887550" y="916168"/>
                <a:ext cx="567561" cy="1646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49"/>
              <p:cNvSpPr/>
              <p:nvPr/>
            </p:nvSpPr>
            <p:spPr>
              <a:xfrm>
                <a:off x="6887550" y="977689"/>
                <a:ext cx="567561" cy="1646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58" name="Google Shape;1458;p49"/>
              <p:cNvGrpSpPr/>
              <p:nvPr/>
            </p:nvGrpSpPr>
            <p:grpSpPr>
              <a:xfrm>
                <a:off x="6889908" y="594706"/>
                <a:ext cx="201752" cy="202179"/>
                <a:chOff x="5471892" y="3290059"/>
                <a:chExt cx="174300" cy="174654"/>
              </a:xfrm>
            </p:grpSpPr>
            <p:sp>
              <p:nvSpPr>
                <p:cNvPr id="1459" name="Google Shape;1459;p49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0" name="Google Shape;1460;p49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1" name="Google Shape;1461;p49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5" extrusionOk="0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62" name="Google Shape;1462;p49"/>
            <p:cNvGrpSpPr/>
            <p:nvPr/>
          </p:nvGrpSpPr>
          <p:grpSpPr>
            <a:xfrm>
              <a:off x="5976258" y="3906931"/>
              <a:ext cx="201752" cy="202179"/>
              <a:chOff x="5471892" y="3290059"/>
              <a:chExt cx="174300" cy="174654"/>
            </a:xfrm>
          </p:grpSpPr>
          <p:sp>
            <p:nvSpPr>
              <p:cNvPr id="1463" name="Google Shape;1463;p49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49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49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49"/>
          <p:cNvSpPr txBox="1">
            <a:spLocks noGrp="1"/>
          </p:cNvSpPr>
          <p:nvPr>
            <p:ph type="body" idx="1"/>
          </p:nvPr>
        </p:nvSpPr>
        <p:spPr>
          <a:xfrm>
            <a:off x="719999" y="1152475"/>
            <a:ext cx="491343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br>
              <a:rPr lang="e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>
              <a:buNone/>
            </a:pPr>
            <a:r>
              <a:rPr lang="e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en" sz="4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>
              <a:buNone/>
            </a:pPr>
            <a:endParaRPr lang="en-IN" sz="4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25" name="Google Shape;1425;p49"/>
          <p:cNvGrpSpPr/>
          <p:nvPr/>
        </p:nvGrpSpPr>
        <p:grpSpPr>
          <a:xfrm>
            <a:off x="5973900" y="1255050"/>
            <a:ext cx="2424737" cy="1316700"/>
            <a:chOff x="5814463" y="3158724"/>
            <a:chExt cx="2424737" cy="1316700"/>
          </a:xfrm>
        </p:grpSpPr>
        <p:grpSp>
          <p:nvGrpSpPr>
            <p:cNvPr id="1426" name="Google Shape;1426;p49"/>
            <p:cNvGrpSpPr/>
            <p:nvPr/>
          </p:nvGrpSpPr>
          <p:grpSpPr>
            <a:xfrm>
              <a:off x="6920400" y="3158724"/>
              <a:ext cx="1318800" cy="1316700"/>
              <a:chOff x="-774550" y="1128399"/>
              <a:chExt cx="1318800" cy="1316700"/>
            </a:xfrm>
          </p:grpSpPr>
          <p:sp>
            <p:nvSpPr>
              <p:cNvPr id="1427" name="Google Shape;1427;p49"/>
              <p:cNvSpPr/>
              <p:nvPr/>
            </p:nvSpPr>
            <p:spPr>
              <a:xfrm>
                <a:off x="-774550" y="1128399"/>
                <a:ext cx="1318800" cy="131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49"/>
              <p:cNvSpPr/>
              <p:nvPr/>
            </p:nvSpPr>
            <p:spPr>
              <a:xfrm>
                <a:off x="-696634" y="1204389"/>
                <a:ext cx="1162800" cy="116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49"/>
              <p:cNvSpPr/>
              <p:nvPr/>
            </p:nvSpPr>
            <p:spPr>
              <a:xfrm>
                <a:off x="-429846" y="1997512"/>
                <a:ext cx="633635" cy="375176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24" extrusionOk="0">
                    <a:moveTo>
                      <a:pt x="208" y="89"/>
                    </a:moveTo>
                    <a:cubicBezTo>
                      <a:pt x="201" y="39"/>
                      <a:pt x="157" y="0"/>
                      <a:pt x="105" y="0"/>
                    </a:cubicBezTo>
                    <a:cubicBezTo>
                      <a:pt x="54" y="0"/>
                      <a:pt x="11" y="37"/>
                      <a:pt x="2" y="86"/>
                    </a:cubicBezTo>
                    <a:cubicBezTo>
                      <a:pt x="2" y="89"/>
                      <a:pt x="1" y="91"/>
                      <a:pt x="0" y="94"/>
                    </a:cubicBezTo>
                    <a:cubicBezTo>
                      <a:pt x="1" y="94"/>
                      <a:pt x="1" y="94"/>
                      <a:pt x="1" y="94"/>
                    </a:cubicBezTo>
                    <a:cubicBezTo>
                      <a:pt x="31" y="113"/>
                      <a:pt x="67" y="124"/>
                      <a:pt x="105" y="124"/>
                    </a:cubicBezTo>
                    <a:cubicBezTo>
                      <a:pt x="143" y="124"/>
                      <a:pt x="178" y="113"/>
                      <a:pt x="208" y="94"/>
                    </a:cubicBezTo>
                    <a:cubicBezTo>
                      <a:pt x="209" y="94"/>
                      <a:pt x="209" y="94"/>
                      <a:pt x="209" y="94"/>
                    </a:cubicBezTo>
                    <a:cubicBezTo>
                      <a:pt x="209" y="92"/>
                      <a:pt x="208" y="91"/>
                      <a:pt x="208" y="8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49"/>
              <p:cNvSpPr/>
              <p:nvPr/>
            </p:nvSpPr>
            <p:spPr>
              <a:xfrm>
                <a:off x="-579917" y="1520205"/>
                <a:ext cx="45855" cy="248034"/>
              </a:xfrm>
              <a:custGeom>
                <a:avLst/>
                <a:gdLst/>
                <a:ahLst/>
                <a:cxnLst/>
                <a:rect l="l" t="t" r="r" b="b"/>
                <a:pathLst>
                  <a:path w="15" h="82" extrusionOk="0">
                    <a:moveTo>
                      <a:pt x="7" y="82"/>
                    </a:moveTo>
                    <a:cubicBezTo>
                      <a:pt x="7" y="82"/>
                      <a:pt x="7" y="82"/>
                      <a:pt x="7" y="82"/>
                    </a:cubicBezTo>
                    <a:cubicBezTo>
                      <a:pt x="3" y="82"/>
                      <a:pt x="0" y="78"/>
                      <a:pt x="0" y="7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cubicBezTo>
                      <a:pt x="12" y="0"/>
                      <a:pt x="15" y="4"/>
                      <a:pt x="15" y="8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8"/>
                      <a:pt x="12" y="82"/>
                      <a:pt x="7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49"/>
              <p:cNvSpPr/>
              <p:nvPr/>
            </p:nvSpPr>
            <p:spPr>
              <a:xfrm>
                <a:off x="-552821" y="1576480"/>
                <a:ext cx="252300" cy="25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49"/>
              <p:cNvSpPr/>
              <p:nvPr/>
            </p:nvSpPr>
            <p:spPr>
              <a:xfrm>
                <a:off x="76645" y="1576480"/>
                <a:ext cx="249900" cy="25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49"/>
              <p:cNvSpPr/>
              <p:nvPr/>
            </p:nvSpPr>
            <p:spPr>
              <a:xfrm>
                <a:off x="22452" y="2114233"/>
                <a:ext cx="72951" cy="43771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" extrusionOk="0">
                    <a:moveTo>
                      <a:pt x="17" y="14"/>
                    </a:moveTo>
                    <a:cubicBezTo>
                      <a:pt x="6" y="14"/>
                      <a:pt x="6" y="14"/>
                      <a:pt x="6" y="14"/>
                    </a:cubicBez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1"/>
                      <a:pt x="21" y="14"/>
                      <a:pt x="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9"/>
              <p:cNvSpPr/>
              <p:nvPr/>
            </p:nvSpPr>
            <p:spPr>
              <a:xfrm>
                <a:off x="22452" y="2166342"/>
                <a:ext cx="72951" cy="39603"/>
              </a:xfrm>
              <a:custGeom>
                <a:avLst/>
                <a:gdLst/>
                <a:ahLst/>
                <a:cxnLst/>
                <a:rect l="l" t="t" r="r" b="b"/>
                <a:pathLst>
                  <a:path w="24" h="13" extrusionOk="0">
                    <a:moveTo>
                      <a:pt x="6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21" y="0"/>
                      <a:pt x="24" y="3"/>
                      <a:pt x="24" y="7"/>
                    </a:cubicBezTo>
                    <a:cubicBezTo>
                      <a:pt x="24" y="10"/>
                      <a:pt x="21" y="13"/>
                      <a:pt x="1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49"/>
              <p:cNvSpPr/>
              <p:nvPr/>
            </p:nvSpPr>
            <p:spPr>
              <a:xfrm>
                <a:off x="62055" y="2245546"/>
                <a:ext cx="33300" cy="33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49"/>
              <p:cNvSpPr/>
              <p:nvPr/>
            </p:nvSpPr>
            <p:spPr>
              <a:xfrm>
                <a:off x="-4643" y="2245546"/>
                <a:ext cx="35700" cy="33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49"/>
              <p:cNvSpPr/>
              <p:nvPr/>
            </p:nvSpPr>
            <p:spPr>
              <a:xfrm>
                <a:off x="-250594" y="1772406"/>
                <a:ext cx="275131" cy="404357"/>
              </a:xfrm>
              <a:custGeom>
                <a:avLst/>
                <a:gdLst/>
                <a:ahLst/>
                <a:cxnLst/>
                <a:rect l="l" t="t" r="r" b="b"/>
                <a:pathLst>
                  <a:path w="91" h="133" extrusionOk="0">
                    <a:moveTo>
                      <a:pt x="45" y="133"/>
                    </a:moveTo>
                    <a:cubicBezTo>
                      <a:pt x="45" y="133"/>
                      <a:pt x="45" y="133"/>
                      <a:pt x="45" y="133"/>
                    </a:cubicBezTo>
                    <a:cubicBezTo>
                      <a:pt x="20" y="133"/>
                      <a:pt x="0" y="113"/>
                      <a:pt x="0" y="87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1"/>
                      <a:pt x="20" y="0"/>
                      <a:pt x="45" y="0"/>
                    </a:cubicBezTo>
                    <a:cubicBezTo>
                      <a:pt x="71" y="0"/>
                      <a:pt x="91" y="21"/>
                      <a:pt x="91" y="46"/>
                    </a:cubicBezTo>
                    <a:cubicBezTo>
                      <a:pt x="91" y="87"/>
                      <a:pt x="91" y="87"/>
                      <a:pt x="91" y="87"/>
                    </a:cubicBezTo>
                    <a:cubicBezTo>
                      <a:pt x="91" y="113"/>
                      <a:pt x="71" y="133"/>
                      <a:pt x="45" y="1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49"/>
              <p:cNvSpPr/>
              <p:nvPr/>
            </p:nvSpPr>
            <p:spPr>
              <a:xfrm>
                <a:off x="-236004" y="1799503"/>
                <a:ext cx="245951" cy="35225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16" extrusionOk="0">
                    <a:moveTo>
                      <a:pt x="40" y="116"/>
                    </a:moveTo>
                    <a:cubicBezTo>
                      <a:pt x="40" y="116"/>
                      <a:pt x="40" y="116"/>
                      <a:pt x="40" y="116"/>
                    </a:cubicBezTo>
                    <a:cubicBezTo>
                      <a:pt x="18" y="116"/>
                      <a:pt x="0" y="98"/>
                      <a:pt x="0" y="7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1" y="18"/>
                      <a:pt x="81" y="40"/>
                    </a:cubicBezTo>
                    <a:cubicBezTo>
                      <a:pt x="81" y="76"/>
                      <a:pt x="81" y="76"/>
                      <a:pt x="81" y="76"/>
                    </a:cubicBezTo>
                    <a:cubicBezTo>
                      <a:pt x="81" y="98"/>
                      <a:pt x="62" y="116"/>
                      <a:pt x="40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49"/>
              <p:cNvSpPr/>
              <p:nvPr/>
            </p:nvSpPr>
            <p:spPr>
              <a:xfrm>
                <a:off x="-450689" y="1397229"/>
                <a:ext cx="673236" cy="673234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21" extrusionOk="0">
                    <a:moveTo>
                      <a:pt x="147" y="221"/>
                    </a:moveTo>
                    <a:cubicBezTo>
                      <a:pt x="75" y="221"/>
                      <a:pt x="75" y="221"/>
                      <a:pt x="75" y="221"/>
                    </a:cubicBezTo>
                    <a:cubicBezTo>
                      <a:pt x="34" y="221"/>
                      <a:pt x="0" y="188"/>
                      <a:pt x="0" y="14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34"/>
                      <a:pt x="34" y="0"/>
                      <a:pt x="75" y="0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88" y="0"/>
                      <a:pt x="222" y="34"/>
                      <a:pt x="222" y="75"/>
                    </a:cubicBezTo>
                    <a:cubicBezTo>
                      <a:pt x="222" y="147"/>
                      <a:pt x="222" y="147"/>
                      <a:pt x="222" y="147"/>
                    </a:cubicBezTo>
                    <a:cubicBezTo>
                      <a:pt x="222" y="188"/>
                      <a:pt x="188" y="221"/>
                      <a:pt x="147" y="22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49"/>
              <p:cNvSpPr/>
              <p:nvPr/>
            </p:nvSpPr>
            <p:spPr>
              <a:xfrm>
                <a:off x="-411087" y="1772406"/>
                <a:ext cx="594032" cy="298057"/>
              </a:xfrm>
              <a:custGeom>
                <a:avLst/>
                <a:gdLst/>
                <a:ahLst/>
                <a:cxnLst/>
                <a:rect l="l" t="t" r="r" b="b"/>
                <a:pathLst>
                  <a:path w="196" h="98" extrusionOk="0">
                    <a:moveTo>
                      <a:pt x="158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7"/>
                      <a:pt x="0" y="39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3" y="84"/>
                      <a:pt x="34" y="98"/>
                      <a:pt x="58" y="98"/>
                    </a:cubicBezTo>
                    <a:cubicBezTo>
                      <a:pt x="138" y="98"/>
                      <a:pt x="138" y="98"/>
                      <a:pt x="138" y="98"/>
                    </a:cubicBezTo>
                    <a:cubicBezTo>
                      <a:pt x="162" y="98"/>
                      <a:pt x="183" y="84"/>
                      <a:pt x="196" y="66"/>
                    </a:cubicBezTo>
                    <a:cubicBezTo>
                      <a:pt x="196" y="39"/>
                      <a:pt x="196" y="39"/>
                      <a:pt x="196" y="39"/>
                    </a:cubicBezTo>
                    <a:cubicBezTo>
                      <a:pt x="196" y="17"/>
                      <a:pt x="179" y="0"/>
                      <a:pt x="1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49"/>
              <p:cNvSpPr/>
              <p:nvPr/>
            </p:nvSpPr>
            <p:spPr>
              <a:xfrm>
                <a:off x="-315208" y="1838117"/>
                <a:ext cx="404359" cy="15007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49" extrusionOk="0">
                    <a:moveTo>
                      <a:pt x="126" y="49"/>
                    </a:moveTo>
                    <a:cubicBezTo>
                      <a:pt x="6" y="49"/>
                      <a:pt x="6" y="49"/>
                      <a:pt x="6" y="49"/>
                    </a:cubicBezTo>
                    <a:cubicBezTo>
                      <a:pt x="3" y="49"/>
                      <a:pt x="0" y="46"/>
                      <a:pt x="0" y="43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30" y="0"/>
                      <a:pt x="133" y="3"/>
                      <a:pt x="133" y="6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3" y="46"/>
                      <a:pt x="130" y="49"/>
                      <a:pt x="126" y="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49"/>
              <p:cNvSpPr/>
              <p:nvPr/>
            </p:nvSpPr>
            <p:spPr>
              <a:xfrm>
                <a:off x="-267268" y="1877725"/>
                <a:ext cx="304312" cy="771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25" extrusionOk="0">
                    <a:moveTo>
                      <a:pt x="0" y="14"/>
                    </a:moveTo>
                    <a:cubicBezTo>
                      <a:pt x="1" y="15"/>
                      <a:pt x="21" y="25"/>
                      <a:pt x="51" y="25"/>
                    </a:cubicBezTo>
                    <a:cubicBezTo>
                      <a:pt x="66" y="25"/>
                      <a:pt x="83" y="22"/>
                      <a:pt x="100" y="14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79" y="6"/>
                      <a:pt x="64" y="9"/>
                      <a:pt x="51" y="9"/>
                    </a:cubicBezTo>
                    <a:cubicBezTo>
                      <a:pt x="38" y="9"/>
                      <a:pt x="27" y="6"/>
                      <a:pt x="19" y="4"/>
                    </a:cubicBezTo>
                    <a:cubicBezTo>
                      <a:pt x="15" y="3"/>
                      <a:pt x="12" y="2"/>
                      <a:pt x="10" y="1"/>
                    </a:cubicBezTo>
                    <a:cubicBezTo>
                      <a:pt x="9" y="1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14"/>
                      <a:pt x="0" y="14"/>
                      <a:pt x="0" y="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49"/>
              <p:cNvSpPr/>
              <p:nvPr/>
            </p:nvSpPr>
            <p:spPr>
              <a:xfrm>
                <a:off x="-311040" y="1507699"/>
                <a:ext cx="400190" cy="218853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2" extrusionOk="0">
                    <a:moveTo>
                      <a:pt x="132" y="36"/>
                    </a:moveTo>
                    <a:cubicBezTo>
                      <a:pt x="132" y="36"/>
                      <a:pt x="132" y="36"/>
                      <a:pt x="132" y="36"/>
                    </a:cubicBezTo>
                    <a:cubicBezTo>
                      <a:pt x="132" y="56"/>
                      <a:pt x="115" y="72"/>
                      <a:pt x="95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16" y="72"/>
                      <a:pt x="0" y="56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115" y="0"/>
                      <a:pt x="132" y="16"/>
                      <a:pt x="132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49"/>
              <p:cNvSpPr/>
              <p:nvPr/>
            </p:nvSpPr>
            <p:spPr>
              <a:xfrm>
                <a:off x="-202655" y="1576480"/>
                <a:ext cx="179252" cy="110469"/>
              </a:xfrm>
              <a:custGeom>
                <a:avLst/>
                <a:gdLst/>
                <a:ahLst/>
                <a:cxnLst/>
                <a:rect l="l" t="t" r="r" b="b"/>
                <a:pathLst>
                  <a:path w="59" h="36" extrusionOk="0">
                    <a:moveTo>
                      <a:pt x="52" y="36"/>
                    </a:moveTo>
                    <a:cubicBezTo>
                      <a:pt x="48" y="36"/>
                      <a:pt x="45" y="33"/>
                      <a:pt x="45" y="29"/>
                    </a:cubicBezTo>
                    <a:cubicBezTo>
                      <a:pt x="45" y="21"/>
                      <a:pt x="38" y="14"/>
                      <a:pt x="30" y="14"/>
                    </a:cubicBezTo>
                    <a:cubicBezTo>
                      <a:pt x="21" y="14"/>
                      <a:pt x="15" y="21"/>
                      <a:pt x="15" y="29"/>
                    </a:cubicBezTo>
                    <a:cubicBezTo>
                      <a:pt x="15" y="33"/>
                      <a:pt x="11" y="36"/>
                      <a:pt x="7" y="36"/>
                    </a:cubicBezTo>
                    <a:cubicBezTo>
                      <a:pt x="4" y="36"/>
                      <a:pt x="0" y="33"/>
                      <a:pt x="0" y="29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6" y="0"/>
                      <a:pt x="59" y="13"/>
                      <a:pt x="59" y="29"/>
                    </a:cubicBezTo>
                    <a:cubicBezTo>
                      <a:pt x="59" y="33"/>
                      <a:pt x="56" y="36"/>
                      <a:pt x="52" y="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49"/>
              <p:cNvSpPr/>
              <p:nvPr/>
            </p:nvSpPr>
            <p:spPr>
              <a:xfrm>
                <a:off x="-402750" y="1526457"/>
                <a:ext cx="66698" cy="35434"/>
              </a:xfrm>
              <a:custGeom>
                <a:avLst/>
                <a:gdLst/>
                <a:ahLst/>
                <a:cxnLst/>
                <a:rect l="l" t="t" r="r" b="b"/>
                <a:pathLst>
                  <a:path w="22" h="12" extrusionOk="0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rgbClr val="F9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49"/>
              <p:cNvSpPr/>
              <p:nvPr/>
            </p:nvSpPr>
            <p:spPr>
              <a:xfrm>
                <a:off x="-402750" y="1526457"/>
                <a:ext cx="66698" cy="35434"/>
              </a:xfrm>
              <a:custGeom>
                <a:avLst/>
                <a:gdLst/>
                <a:ahLst/>
                <a:cxnLst/>
                <a:rect l="l" t="t" r="r" b="b"/>
                <a:pathLst>
                  <a:path w="22" h="12" extrusionOk="0">
                    <a:moveTo>
                      <a:pt x="6" y="12"/>
                    </a:move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9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49"/>
              <p:cNvSpPr/>
              <p:nvPr/>
            </p:nvSpPr>
            <p:spPr>
              <a:xfrm>
                <a:off x="-402750" y="1572312"/>
                <a:ext cx="66698" cy="35434"/>
              </a:xfrm>
              <a:custGeom>
                <a:avLst/>
                <a:gdLst/>
                <a:ahLst/>
                <a:cxnLst/>
                <a:rect l="l" t="t" r="r" b="b"/>
                <a:pathLst>
                  <a:path w="22" h="12" extrusionOk="0">
                    <a:moveTo>
                      <a:pt x="16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0"/>
                      <a:pt x="3" y="12"/>
                      <a:pt x="6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20" y="12"/>
                      <a:pt x="22" y="10"/>
                      <a:pt x="22" y="6"/>
                    </a:cubicBezTo>
                    <a:cubicBezTo>
                      <a:pt x="22" y="3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8" name="Google Shape;1448;p49"/>
            <p:cNvSpPr/>
            <p:nvPr/>
          </p:nvSpPr>
          <p:spPr>
            <a:xfrm>
              <a:off x="5814463" y="4040852"/>
              <a:ext cx="982618" cy="360467"/>
            </a:xfrm>
            <a:custGeom>
              <a:avLst/>
              <a:gdLst/>
              <a:ahLst/>
              <a:cxnLst/>
              <a:rect l="l" t="t" r="r" b="b"/>
              <a:pathLst>
                <a:path w="480" h="176" extrusionOk="0">
                  <a:moveTo>
                    <a:pt x="477" y="9"/>
                  </a:moveTo>
                  <a:cubicBezTo>
                    <a:pt x="430" y="56"/>
                    <a:pt x="430" y="56"/>
                    <a:pt x="430" y="56"/>
                  </a:cubicBezTo>
                  <a:cubicBezTo>
                    <a:pt x="430" y="139"/>
                    <a:pt x="430" y="139"/>
                    <a:pt x="430" y="139"/>
                  </a:cubicBezTo>
                  <a:cubicBezTo>
                    <a:pt x="430" y="159"/>
                    <a:pt x="413" y="176"/>
                    <a:pt x="393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17" y="176"/>
                    <a:pt x="0" y="159"/>
                    <a:pt x="0" y="13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7" y="0"/>
                    <a:pt x="37" y="0"/>
                  </a:cubicBezTo>
                  <a:cubicBezTo>
                    <a:pt x="473" y="0"/>
                    <a:pt x="473" y="0"/>
                    <a:pt x="473" y="0"/>
                  </a:cubicBezTo>
                  <a:cubicBezTo>
                    <a:pt x="478" y="0"/>
                    <a:pt x="480" y="5"/>
                    <a:pt x="477" y="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49"/>
            <p:cNvSpPr/>
            <p:nvPr/>
          </p:nvSpPr>
          <p:spPr>
            <a:xfrm>
              <a:off x="6029357" y="3973264"/>
              <a:ext cx="46800" cy="46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9"/>
            <p:cNvSpPr/>
            <p:nvPr/>
          </p:nvSpPr>
          <p:spPr>
            <a:xfrm>
              <a:off x="5973900" y="4171694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2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5973900" y="4233216"/>
              <a:ext cx="567561" cy="16464"/>
            </a:xfrm>
            <a:custGeom>
              <a:avLst/>
              <a:gdLst/>
              <a:ahLst/>
              <a:cxnLst/>
              <a:rect l="l" t="t" r="r" b="b"/>
              <a:pathLst>
                <a:path w="277" h="8" extrusionOk="0">
                  <a:moveTo>
                    <a:pt x="273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7" y="4"/>
                  </a:cubicBezTo>
                  <a:cubicBezTo>
                    <a:pt x="277" y="6"/>
                    <a:pt x="275" y="8"/>
                    <a:pt x="273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2" name="Google Shape;1452;p49"/>
            <p:cNvGrpSpPr/>
            <p:nvPr/>
          </p:nvGrpSpPr>
          <p:grpSpPr>
            <a:xfrm>
              <a:off x="5814463" y="3232831"/>
              <a:ext cx="982618" cy="491298"/>
              <a:chOff x="6728113" y="594706"/>
              <a:chExt cx="982618" cy="491298"/>
            </a:xfrm>
          </p:grpSpPr>
          <p:sp>
            <p:nvSpPr>
              <p:cNvPr id="1453" name="Google Shape;1453;p49"/>
              <p:cNvSpPr/>
              <p:nvPr/>
            </p:nvSpPr>
            <p:spPr>
              <a:xfrm>
                <a:off x="6728113" y="725536"/>
                <a:ext cx="982618" cy="360467"/>
              </a:xfrm>
              <a:custGeom>
                <a:avLst/>
                <a:gdLst/>
                <a:ahLst/>
                <a:cxnLst/>
                <a:rect l="l" t="t" r="r" b="b"/>
                <a:pathLst>
                  <a:path w="480" h="176" extrusionOk="0">
                    <a:moveTo>
                      <a:pt x="477" y="167"/>
                    </a:moveTo>
                    <a:cubicBezTo>
                      <a:pt x="430" y="120"/>
                      <a:pt x="430" y="120"/>
                      <a:pt x="430" y="120"/>
                    </a:cubicBezTo>
                    <a:cubicBezTo>
                      <a:pt x="430" y="37"/>
                      <a:pt x="430" y="37"/>
                      <a:pt x="430" y="37"/>
                    </a:cubicBezTo>
                    <a:cubicBezTo>
                      <a:pt x="430" y="17"/>
                      <a:pt x="413" y="0"/>
                      <a:pt x="393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139"/>
                      <a:pt x="0" y="139"/>
                      <a:pt x="0" y="139"/>
                    </a:cubicBezTo>
                    <a:cubicBezTo>
                      <a:pt x="0" y="160"/>
                      <a:pt x="17" y="176"/>
                      <a:pt x="37" y="176"/>
                    </a:cubicBezTo>
                    <a:cubicBezTo>
                      <a:pt x="473" y="176"/>
                      <a:pt x="473" y="176"/>
                      <a:pt x="473" y="176"/>
                    </a:cubicBezTo>
                    <a:cubicBezTo>
                      <a:pt x="478" y="176"/>
                      <a:pt x="480" y="170"/>
                      <a:pt x="477" y="16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49"/>
              <p:cNvSpPr/>
              <p:nvPr/>
            </p:nvSpPr>
            <p:spPr>
              <a:xfrm>
                <a:off x="6943007" y="655349"/>
                <a:ext cx="46800" cy="477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49"/>
              <p:cNvSpPr/>
              <p:nvPr/>
            </p:nvSpPr>
            <p:spPr>
              <a:xfrm>
                <a:off x="6887550" y="854645"/>
                <a:ext cx="567561" cy="1646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2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2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49"/>
              <p:cNvSpPr/>
              <p:nvPr/>
            </p:nvSpPr>
            <p:spPr>
              <a:xfrm>
                <a:off x="6887550" y="916168"/>
                <a:ext cx="567561" cy="1646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7" name="Google Shape;1457;p49"/>
              <p:cNvSpPr/>
              <p:nvPr/>
            </p:nvSpPr>
            <p:spPr>
              <a:xfrm>
                <a:off x="6887550" y="977689"/>
                <a:ext cx="567561" cy="16464"/>
              </a:xfrm>
              <a:custGeom>
                <a:avLst/>
                <a:gdLst/>
                <a:ahLst/>
                <a:cxnLst/>
                <a:rect l="l" t="t" r="r" b="b"/>
                <a:pathLst>
                  <a:path w="277" h="8" extrusionOk="0">
                    <a:moveTo>
                      <a:pt x="273" y="8"/>
                    </a:move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0" y="6"/>
                      <a:pt x="0" y="4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273" y="0"/>
                      <a:pt x="273" y="0"/>
                      <a:pt x="273" y="0"/>
                    </a:cubicBezTo>
                    <a:cubicBezTo>
                      <a:pt x="275" y="0"/>
                      <a:pt x="277" y="1"/>
                      <a:pt x="277" y="4"/>
                    </a:cubicBezTo>
                    <a:cubicBezTo>
                      <a:pt x="277" y="6"/>
                      <a:pt x="275" y="8"/>
                      <a:pt x="273" y="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58" name="Google Shape;1458;p49"/>
              <p:cNvGrpSpPr/>
              <p:nvPr/>
            </p:nvGrpSpPr>
            <p:grpSpPr>
              <a:xfrm>
                <a:off x="6889908" y="594706"/>
                <a:ext cx="201752" cy="202179"/>
                <a:chOff x="5471892" y="3290059"/>
                <a:chExt cx="174300" cy="174654"/>
              </a:xfrm>
            </p:grpSpPr>
            <p:sp>
              <p:nvSpPr>
                <p:cNvPr id="1459" name="Google Shape;1459;p49"/>
                <p:cNvSpPr/>
                <p:nvPr/>
              </p:nvSpPr>
              <p:spPr>
                <a:xfrm>
                  <a:off x="5471892" y="3290059"/>
                  <a:ext cx="174300" cy="17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0" name="Google Shape;1460;p49"/>
                <p:cNvSpPr/>
                <p:nvPr/>
              </p:nvSpPr>
              <p:spPr>
                <a:xfrm>
                  <a:off x="5529353" y="3333831"/>
                  <a:ext cx="58800" cy="576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1" name="Google Shape;1461;p49"/>
                <p:cNvSpPr/>
                <p:nvPr/>
              </p:nvSpPr>
              <p:spPr>
                <a:xfrm>
                  <a:off x="5522965" y="3396863"/>
                  <a:ext cx="71826" cy="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" h="25" extrusionOk="0">
                      <a:moveTo>
                        <a:pt x="11" y="0"/>
                      </a:moveTo>
                      <a:cubicBezTo>
                        <a:pt x="5" y="0"/>
                        <a:pt x="0" y="5"/>
                        <a:pt x="0" y="11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3" y="24"/>
                        <a:pt x="7" y="25"/>
                        <a:pt x="11" y="25"/>
                      </a:cubicBezTo>
                      <a:cubicBezTo>
                        <a:pt x="15" y="25"/>
                        <a:pt x="18" y="24"/>
                        <a:pt x="21" y="22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5"/>
                        <a:pt x="17" y="0"/>
                        <a:pt x="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62" name="Google Shape;1462;p49"/>
            <p:cNvGrpSpPr/>
            <p:nvPr/>
          </p:nvGrpSpPr>
          <p:grpSpPr>
            <a:xfrm>
              <a:off x="5976258" y="3906931"/>
              <a:ext cx="201752" cy="202179"/>
              <a:chOff x="5471892" y="3290059"/>
              <a:chExt cx="174300" cy="174654"/>
            </a:xfrm>
          </p:grpSpPr>
          <p:sp>
            <p:nvSpPr>
              <p:cNvPr id="1463" name="Google Shape;1463;p49"/>
              <p:cNvSpPr/>
              <p:nvPr/>
            </p:nvSpPr>
            <p:spPr>
              <a:xfrm>
                <a:off x="5471892" y="3290059"/>
                <a:ext cx="174300" cy="17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49"/>
              <p:cNvSpPr/>
              <p:nvPr/>
            </p:nvSpPr>
            <p:spPr>
              <a:xfrm>
                <a:off x="5529353" y="3333831"/>
                <a:ext cx="58800" cy="5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49"/>
              <p:cNvSpPr/>
              <p:nvPr/>
            </p:nvSpPr>
            <p:spPr>
              <a:xfrm>
                <a:off x="5522965" y="3396863"/>
                <a:ext cx="71826" cy="67850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3" y="24"/>
                      <a:pt x="7" y="25"/>
                      <a:pt x="11" y="25"/>
                    </a:cubicBezTo>
                    <a:cubicBezTo>
                      <a:pt x="15" y="25"/>
                      <a:pt x="18" y="24"/>
                      <a:pt x="21" y="22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87957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bot Social Media Strategy by Slidesgo">
  <a:themeElements>
    <a:clrScheme name="Simple Light">
      <a:dk1>
        <a:srgbClr val="1A113F"/>
      </a:dk1>
      <a:lt1>
        <a:srgbClr val="FFFFFF"/>
      </a:lt1>
      <a:dk2>
        <a:srgbClr val="DDD0FB"/>
      </a:dk2>
      <a:lt2>
        <a:srgbClr val="724AC3"/>
      </a:lt2>
      <a:accent1>
        <a:srgbClr val="E7B02F"/>
      </a:accent1>
      <a:accent2>
        <a:srgbClr val="C76D0D"/>
      </a:accent2>
      <a:accent3>
        <a:srgbClr val="52348F"/>
      </a:accent3>
      <a:accent4>
        <a:srgbClr val="FFFFFF"/>
      </a:accent4>
      <a:accent5>
        <a:srgbClr val="FFFFFF"/>
      </a:accent5>
      <a:accent6>
        <a:srgbClr val="FFFFFF"/>
      </a:accent6>
      <a:hlink>
        <a:srgbClr val="1A11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660</Words>
  <Application>Microsoft Macintosh PowerPoint</Application>
  <PresentationFormat>On-screen Show (16:9)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Lato</vt:lpstr>
      <vt:lpstr>Arial</vt:lpstr>
      <vt:lpstr>Times New Roman</vt:lpstr>
      <vt:lpstr>Lato Light</vt:lpstr>
      <vt:lpstr>Inter</vt:lpstr>
      <vt:lpstr>Archivo</vt:lpstr>
      <vt:lpstr>var(--font-fk-grotesk)</vt:lpstr>
      <vt:lpstr>Calibri</vt:lpstr>
      <vt:lpstr>Wingdings</vt:lpstr>
      <vt:lpstr>fkGroteskNeue</vt:lpstr>
      <vt:lpstr>Chatbot Social Media Strategy by Slidesgo</vt:lpstr>
      <vt:lpstr>Medical Chatbot using Retrieval Augmented Generation (RAG)</vt:lpstr>
      <vt:lpstr>Table of Contents</vt:lpstr>
      <vt:lpstr>Introduction to the problem and its significance</vt:lpstr>
      <vt:lpstr>Related existing work</vt:lpstr>
      <vt:lpstr>Proposed approach and the AI technologies</vt:lpstr>
      <vt:lpstr>Project milestones</vt:lpstr>
      <vt:lpstr>Technology stack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Chatbot using Retrieval-Augmented Generation (RAG)</dc:title>
  <cp:lastModifiedBy>APPLE</cp:lastModifiedBy>
  <cp:revision>14</cp:revision>
  <dcterms:modified xsi:type="dcterms:W3CDTF">2025-03-16T22:38:08Z</dcterms:modified>
</cp:coreProperties>
</file>